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7c895e9cc745f5" /><Relationship Type="http://schemas.openxmlformats.org/officeDocument/2006/relationships/extended-properties" Target="/docProps/app.xml" Id="R3e3bb187b7de465d" /><Relationship Type="http://schemas.openxmlformats.org/officeDocument/2006/relationships/officeDocument" Target="/ppt/presentation.xml" Id="Rf7f1a1113ad441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8aa545c2a94a21"/>
  </p:sldMasterIdLst>
  <p:notesMasterIdLst>
    <p:notesMasterId xmlns:r="http://schemas.openxmlformats.org/officeDocument/2006/relationships" r:id="Rcf7b84bf76f64ca9"/>
  </p:notesMasterIdLst>
  <p:sldIdLst>
    <p:sldId xmlns:r="http://schemas.openxmlformats.org/officeDocument/2006/relationships" id="256" r:id="R943dcc4399094e7b"/>
    <p:sldId xmlns:r="http://schemas.openxmlformats.org/officeDocument/2006/relationships" id="257" r:id="R16c23f193ddc4656"/>
    <p:sldId xmlns:r="http://schemas.openxmlformats.org/officeDocument/2006/relationships" id="258" r:id="R6d10852720b74c6f"/>
    <p:sldId xmlns:r="http://schemas.openxmlformats.org/officeDocument/2006/relationships" id="259" r:id="R9fdf8a7445cb4a5e"/>
    <p:sldId xmlns:r="http://schemas.openxmlformats.org/officeDocument/2006/relationships" id="260" r:id="R0c7d9406ee874110"/>
    <p:sldId xmlns:r="http://schemas.openxmlformats.org/officeDocument/2006/relationships" id="261" r:id="Rb7dd8bccdd9b41b7"/>
    <p:sldId xmlns:r="http://schemas.openxmlformats.org/officeDocument/2006/relationships" id="262" r:id="R4dd1aab4351840af"/>
    <p:sldId xmlns:r="http://schemas.openxmlformats.org/officeDocument/2006/relationships" id="263" r:id="R86b22827111544d9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eb7dce03c54d80" /><Relationship Type="http://schemas.openxmlformats.org/officeDocument/2006/relationships/slideMaster" Target="/ppt/slideMasters/slideMaster1.xml" Id="Rc18aa545c2a94a21" /><Relationship Type="http://schemas.openxmlformats.org/officeDocument/2006/relationships/notesMaster" Target="/ppt/notesMasters/notesMaster1.xml" Id="Rcf7b84bf76f64ca9" /><Relationship Type="http://schemas.openxmlformats.org/officeDocument/2006/relationships/presProps" Target="/ppt/presProps.xml" Id="R266797c2bc534cf6" /><Relationship Type="http://schemas.openxmlformats.org/officeDocument/2006/relationships/tableStyles" Target="/ppt/tableStyles.xml" Id="Rabdc8058c8bc4e3b" /><Relationship Type="http://schemas.openxmlformats.org/officeDocument/2006/relationships/slide" Target="/ppt/slides/slide1.xml" Id="R943dcc4399094e7b" /><Relationship Type="http://schemas.openxmlformats.org/officeDocument/2006/relationships/slide" Target="/ppt/slides/slide2.xml" Id="R16c23f193ddc4656" /><Relationship Type="http://schemas.openxmlformats.org/officeDocument/2006/relationships/slide" Target="/ppt/slides/slide3.xml" Id="R6d10852720b74c6f" /><Relationship Type="http://schemas.openxmlformats.org/officeDocument/2006/relationships/slide" Target="/ppt/slides/slide4.xml" Id="R9fdf8a7445cb4a5e" /><Relationship Type="http://schemas.openxmlformats.org/officeDocument/2006/relationships/slide" Target="/ppt/slides/slide5.xml" Id="R0c7d9406ee874110" /><Relationship Type="http://schemas.openxmlformats.org/officeDocument/2006/relationships/slide" Target="/ppt/slides/slide6.xml" Id="Rb7dd8bccdd9b41b7" /><Relationship Type="http://schemas.openxmlformats.org/officeDocument/2006/relationships/slide" Target="/ppt/slides/slide7.xml" Id="R4dd1aab4351840af" /><Relationship Type="http://schemas.openxmlformats.org/officeDocument/2006/relationships/slide" Target="/ppt/slides/slide8.xml" Id="R86b22827111544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ecc15f833b44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4e0bcd55db48c8" /><Relationship Type="http://schemas.openxmlformats.org/officeDocument/2006/relationships/notesMaster" Target="/ppt/notesMasters/notesMaster1.xml" Id="Rf30f7c994f484e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a6d0991f664a71" /><Relationship Type="http://schemas.openxmlformats.org/officeDocument/2006/relationships/notesMaster" Target="/ppt/notesMasters/notesMaster1.xml" Id="R078ba24b5f724f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ccff53a936401b" /><Relationship Type="http://schemas.openxmlformats.org/officeDocument/2006/relationships/notesMaster" Target="/ppt/notesMasters/notesMaster1.xml" Id="R314252a479b242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2a52487d8c476d" /><Relationship Type="http://schemas.openxmlformats.org/officeDocument/2006/relationships/notesMaster" Target="/ppt/notesMasters/notesMaster1.xml" Id="Rf624d20fddd941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2fadff24d747a0" /><Relationship Type="http://schemas.openxmlformats.org/officeDocument/2006/relationships/notesMaster" Target="/ppt/notesMasters/notesMaster1.xml" Id="R48137a29ca484e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a1e80fd5684914" /><Relationship Type="http://schemas.openxmlformats.org/officeDocument/2006/relationships/notesMaster" Target="/ppt/notesMasters/notesMaster1.xml" Id="Rd7fd58a1962342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0eca85cc0c4225" /><Relationship Type="http://schemas.openxmlformats.org/officeDocument/2006/relationships/notesMaster" Target="/ppt/notesMasters/notesMaster1.xml" Id="R996bb0c5b9b646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c72468a70a4456" /><Relationship Type="http://schemas.openxmlformats.org/officeDocument/2006/relationships/notesMaster" Target="/ppt/notesMasters/notesMaster1.xml" Id="R9842be29495246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中間発表型表紙の静止レイアウト見本。背景は素材枠で、動画も静止ポスターも未提供・未同梱。利用者の動画を指定された加工・無音・自動再生・ループ・次ページでの停止条件で埋め込む。対象アプリでの再生検証は別工程。本文のデザインはFIT型表紙を選んでも同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LABの視覚スタイルと編集可能性を示す8種類のレイアウト見本。表紙と目次の素材枠は配置見本であり、実証写真や実動画ではない。研究発表の推奨枚数・章配分ではない。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7fee7d97b43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9eaf8dce674a3d" /><Relationship Type="http://schemas.openxmlformats.org/officeDocument/2006/relationships/slideLayout" Target="/ppt/slideLayouts/slideLayout1.xml" Id="R90b1d23d514a4a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b1d23d514a4a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bbb9a078f4c4a" /><Relationship Type="http://schemas.openxmlformats.org/officeDocument/2006/relationships/image" Target="/ppt/media/image.png" Id="R2716f58cadda4149" /><Relationship Type="http://schemas.openxmlformats.org/officeDocument/2006/relationships/notesSlide" Target="/ppt/notesSlides/notesSlide1.xml" Id="R6b75f32d402f4f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fe126b35d4878" /><Relationship Type="http://schemas.openxmlformats.org/officeDocument/2006/relationships/notesSlide" Target="/ppt/notesSlides/notesSlide2.xml" Id="R8b7da336fbc145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9d596ad45429c" /><Relationship Type="http://schemas.openxmlformats.org/officeDocument/2006/relationships/image" Target="/ppt/media/image2.png" Id="R33580afb30754834" /><Relationship Type="http://schemas.openxmlformats.org/officeDocument/2006/relationships/notesSlide" Target="/ppt/notesSlides/notesSlide3.xml" Id="Rce6ece8e97f044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3577d2bd34986" /><Relationship Type="http://schemas.openxmlformats.org/officeDocument/2006/relationships/image" Target="/ppt/media/image3.png" Id="R38cc4446be0540ec" /><Relationship Type="http://schemas.openxmlformats.org/officeDocument/2006/relationships/notesSlide" Target="/ppt/notesSlides/notesSlide4.xml" Id="R60477343d6a943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cdebe7d514654" /><Relationship Type="http://schemas.openxmlformats.org/officeDocument/2006/relationships/image" Target="/ppt/media/image4.png" Id="R98d21fd90ca64dbb" /><Relationship Type="http://schemas.openxmlformats.org/officeDocument/2006/relationships/notesSlide" Target="/ppt/notesSlides/notesSlide5.xml" Id="R613f554058ca41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4c6402b554a57" /><Relationship Type="http://schemas.openxmlformats.org/officeDocument/2006/relationships/image" Target="/ppt/media/image5.png" Id="Re3243b56b6d14ddd" /><Relationship Type="http://schemas.openxmlformats.org/officeDocument/2006/relationships/chart" Target="/ppt/slides/charts/chart1.xml" Id="R3e93ffe895c04f3b" /><Relationship Type="http://schemas.openxmlformats.org/officeDocument/2006/relationships/notesSlide" Target="/ppt/notesSlides/notesSlide6.xml" Id="R0a4df18cd67b48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df4ee921f454f" /><Relationship Type="http://schemas.openxmlformats.org/officeDocument/2006/relationships/image" Target="/ppt/media/image6.png" Id="Rc1086a3ca7b74541" /><Relationship Type="http://schemas.openxmlformats.org/officeDocument/2006/relationships/notesSlide" Target="/ppt/notesSlides/notesSlide7.xml" Id="R9f57a270231d42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3b8bbbe8d432c" /><Relationship Type="http://schemas.openxmlformats.org/officeDocument/2006/relationships/image" Target="/ppt/media/image7.png" Id="Reb23b034545c482b" /><Relationship Type="http://schemas.openxmlformats.org/officeDocument/2006/relationships/notesSlide" Target="/ppt/notesSlides/notesSlide8.xml" Id="Rdb574981fef94ae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1分間隔 (小点)</c:v>
          </c:tx>
          <c:spPr>
            <a:solidFill xmlns:a="http://schemas.openxmlformats.org/drawingml/2006/main">
              <a:srgbClr val="66666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noFill xmlns:a="http://schemas.openxmlformats.org/drawingml/2006/main"/>
            </c:spPr>
          </c:marker>
          <c:xVal>
            <c:numRef>
              <c:f>'Chart Data'!$A$2:$A$14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Data'!$B$2:$B$14</c:f>
              <c:numCache>
                <c:formatCode>0</c:formatCode>
                <c:ptCount val="13"/>
                <c:pt idx="0">
                  <c:v>700</c:v>
                </c:pt>
                <c:pt idx="1">
                  <c:v>720</c:v>
                </c:pt>
                <c:pt idx="2">
                  <c:v>760</c:v>
                </c:pt>
                <c:pt idx="3">
                  <c:v>820</c:v>
                </c:pt>
                <c:pt idx="4">
                  <c:v>930</c:v>
                </c:pt>
                <c:pt idx="5">
                  <c:v>970</c:v>
                </c:pt>
                <c:pt idx="6">
                  <c:v>1120</c:v>
                </c:pt>
                <c:pt idx="7">
                  <c:v>1080</c:v>
                </c:pt>
                <c:pt idx="8">
                  <c:v>920</c:v>
                </c:pt>
                <c:pt idx="9">
                  <c:v>870</c:v>
                </c:pt>
                <c:pt idx="10">
                  <c:v>820</c:v>
                </c:pt>
                <c:pt idx="11">
                  <c:v>780</c:v>
                </c:pt>
                <c:pt idx="12">
                  <c:v>760</c:v>
                </c:pt>
              </c:numCache>
            </c:numRef>
          </c:yVal>
        </c:ser>
        <c:ser>
          <c:idx val="1"/>
          <c:order val="1"/>
          <c:tx>
            <c:v>5分間隔 (大点)</c:v>
          </c:tx>
          <c:spPr>
            <a:solidFill xmlns:a="http://schemas.openxmlformats.org/drawingml/2006/main">
              <a:srgbClr val="9BBB59"/>
            </a:solidFill>
            <a:ln xmlns:a="http://schemas.openxmlformats.org/drawingml/2006/main" w="0">
              <a:noFill/>
            </a:ln>
          </c:spPr>
          <c:marker>
            <c:symbol val="square"/>
            <c:size val="12"/>
            <c:spPr>
              <a:noFill xmlns:a="http://schemas.openxmlformats.org/drawingml/2006/main"/>
            </c:spPr>
          </c:marker>
          <c:xVal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xVal>
          <c:yVal>
            <c:numRef>
              <c:f>'Chart Data'!$D$2:$D$4</c:f>
              <c:numCache>
                <c:formatCode>0</c:formatCode>
                <c:ptCount val="3"/>
                <c:pt idx="0">
                  <c:v>700</c:v>
                </c:pt>
                <c:pt idx="1">
                  <c:v>970</c:v>
                </c:pt>
                <c:pt idx="2">
                  <c:v>820</c:v>
                </c:pt>
              </c:numCache>
            </c:numRef>
          </c:yVal>
        </c:ser>
        <c:ser>
          <c:idx val="2"/>
          <c:order val="2"/>
          <c:tx>
            <c:v>説明用の任意閾値</c:v>
          </c:tx>
          <c:spPr>
            <a:ln xmlns:a="http://schemas.openxmlformats.org/drawingml/2006/main" w="13335">
              <a:solidFill>
                <a:srgbClr val="777777"/>
              </a:solidFill>
              <a:prstDash val="dash"/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1000</c:v>
                </c:pt>
                <c:pt idx="1">
                  <c:v>1000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200"/>
          <c:min val="6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模擬濃度 [ppm]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50112"/>
        <c:majorUnit val="200"/>
      </c:valAx>
      <c:valAx>
        <c:axId val="48650112"/>
        <c:scaling>
          <c:orientation val="minMax"/>
          <c:max val="12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時刻 [分]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>
              <a:solidFill>
                <a:srgbClr val="17202A"/>
              </a:solidFill>
              <a:latin typeface="Noto Sans JP"/>
              <a:ea typeface="Noto Sans JP"/>
              <a:cs typeface="Noto Sans JP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-line">
            <a:extLst xmlns:a="http://schemas.openxmlformats.org/drawingml/2006/main">
              <a:ext uri="{FF2B5EF4-FFF2-40B4-BE49-F238E27FC236}">
                <a16:creationId xmlns:a16="http://schemas.microsoft.com/office/drawing/2014/main" id="{CB95B73E-2B84-4147-AE56-E21A8922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6f58cadda4149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D0DA967-8776-43FA-BA4D-D6C95920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577DD361-D153-44CF-80D8-BD6D7D05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venue">
            <a:extLst xmlns:a="http://schemas.openxmlformats.org/drawingml/2006/main">
              <a:ext uri="{FF2B5EF4-FFF2-40B4-BE49-F238E27FC236}">
                <a16:creationId xmlns:a16="http://schemas.microsoft.com/office/drawing/2014/main" id="{6DE985CE-1AA9-447B-BDCD-513DE1D7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6" name="topic">
            <a:extLst xmlns:a="http://schemas.openxmlformats.org/drawingml/2006/main">
              <a:ext uri="{FF2B5EF4-FFF2-40B4-BE49-F238E27FC236}">
                <a16:creationId xmlns:a16="http://schemas.microsoft.com/office/drawing/2014/main" id="{227A8B3B-4772-427B-9B28-CB9ED533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4577"/>
            <a:ext cx="7772400" cy="1102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7" name="affiliation">
            <a:extLst xmlns:a="http://schemas.openxmlformats.org/drawingml/2006/main">
              <a:ext uri="{FF2B5EF4-FFF2-40B4-BE49-F238E27FC236}">
                <a16:creationId xmlns:a16="http://schemas.microsoft.com/office/drawing/2014/main" id="{1F8C97F8-F52A-4CF1-BDFE-C85C1737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8380248D-7040-4425-AF25-5C59B374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9" name="research-photo-slot">
            <a:extLst xmlns:a="http://schemas.openxmlformats.org/drawingml/2006/main">
              <a:ext uri="{FF2B5EF4-FFF2-40B4-BE49-F238E27FC236}">
                <a16:creationId xmlns:a16="http://schemas.microsoft.com/office/drawing/2014/main" id="{808B4461-CC79-4D8C-8FFB-A4EF2F6D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00350"/>
            <a:ext cx="24574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9AA09A"/>
            </a:solidFill>
            <a:prstDash val="solid"/>
          </a:ln>
        </p:spPr>
      </p:sp>
      <p:sp>
        <p:nvSpPr>
          <p:cNvPr id="10" name="photo-slot-label">
            <a:extLst xmlns:a="http://schemas.openxmlformats.org/drawingml/2006/main">
              <a:ext uri="{FF2B5EF4-FFF2-40B4-BE49-F238E27FC236}">
                <a16:creationId xmlns:a16="http://schemas.microsoft.com/office/drawing/2014/main" id="{9564AFCA-CAF9-49D4-BF15-B9F5FCC2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09925"/>
            <a:ext cx="226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研究対象の写真枠</a:t>
            </a:r>
          </a:p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写真は未同梱</a:t>
            </a:r>
          </a:p>
        </p:txBody>
      </p:sp>
    </p:spTree>
    <p:extLst>
      <p:ext uri="{BB962C8B-B14F-4D97-AF65-F5344CB8AC3E}">
        <p14:creationId xmlns:p14="http://schemas.microsoft.com/office/powerpoint/2010/main" val="2008804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374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venue">
            <a:extLst xmlns:a="http://schemas.openxmlformats.org/drawingml/2006/main">
              <a:ext uri="{FF2B5EF4-FFF2-40B4-BE49-F238E27FC236}">
                <a16:creationId xmlns:a16="http://schemas.microsoft.com/office/drawing/2014/main" id="{57FEA83C-DC93-46E7-A572-1CA40602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"/>
            <a:ext cx="822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559551ED-FCFE-4C51-93E7-8A8FC99D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800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3" name="affiliation">
            <a:extLst xmlns:a="http://schemas.openxmlformats.org/drawingml/2006/main">
              <a:ext uri="{FF2B5EF4-FFF2-40B4-BE49-F238E27FC236}">
                <a16:creationId xmlns:a16="http://schemas.microsoft.com/office/drawing/2014/main" id="{8A6FEB10-725A-4963-ADD6-89CFFC05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4" name="author">
            <a:extLst xmlns:a="http://schemas.openxmlformats.org/drawingml/2006/main">
              <a:ext uri="{FF2B5EF4-FFF2-40B4-BE49-F238E27FC236}">
                <a16:creationId xmlns:a16="http://schemas.microsoft.com/office/drawing/2014/main" id="{266AE2F0-331B-4E57-AE98-1291250D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5" name="media-placeholder">
            <a:extLst xmlns:a="http://schemas.openxmlformats.org/drawingml/2006/main">
              <a:ext uri="{FF2B5EF4-FFF2-40B4-BE49-F238E27FC236}">
                <a16:creationId xmlns:a16="http://schemas.microsoft.com/office/drawing/2014/main" id="{0C953390-7DFD-4764-BE8A-41968911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86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全面を動画・静止ポスターに置換する配置見本</a:t>
            </a:r>
          </a:p>
        </p:txBody>
      </p:sp>
      <p:sp>
        <p:nvSpPr>
          <p:cNvPr id="6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482796F1-EB8F-402D-8484-56E87D0B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14875"/>
            <a:ext cx="822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DE2E5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DDE2E5"/>
                </a:solidFill>
                <a:latin typeface="Noto Sans JP"/>
                <a:ea typeface="Noto Sans JP"/>
                <a:cs typeface="Noto Sans JP"/>
              </a:rPr>
              <a:t>架空作例／静止レイアウト／実動画は未同梱</a:t>
            </a:r>
          </a:p>
        </p:txBody>
      </p:sp>
    </p:spTree>
    <p:extLst>
      <p:ext uri="{BB962C8B-B14F-4D97-AF65-F5344CB8AC3E}">
        <p14:creationId xmlns:p14="http://schemas.microsoft.com/office/powerpoint/2010/main" val="18340291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footer-line">
            <a:extLst xmlns:a="http://schemas.openxmlformats.org/drawingml/2006/main">
              <a:ext uri="{FF2B5EF4-FFF2-40B4-BE49-F238E27FC236}">
                <a16:creationId xmlns:a16="http://schemas.microsoft.com/office/drawing/2014/main" id="{A0DBE7AB-4E8B-4F20-88FB-01551566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80afb30754834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3B5B50C-30F8-47F6-AC22-DC1A1B11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F82C15AF-0C53-494E-8878-DB2DDB09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F31E601-1B2E-40B8-8FD7-310BCB90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258BFC71-4F7E-45FA-B89F-1D811333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"/>
            <a:ext cx="8229600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研究のねらい、しくみ、ここまでの結果、今後の展望</a:t>
            </a:r>
          </a:p>
        </p:txBody>
      </p:sp>
      <p:sp>
        <p:nvSpPr>
          <p:cNvPr id="7" name="toc-label-0">
            <a:extLst xmlns:a="http://schemas.openxmlformats.org/drawingml/2006/main">
              <a:ext uri="{FF2B5EF4-FFF2-40B4-BE49-F238E27FC236}">
                <a16:creationId xmlns:a16="http://schemas.microsoft.com/office/drawing/2014/main" id="{82BE073A-A39D-4763-937D-E15F39EC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95425"/>
            <a:ext cx="3886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8" name="toc-image-slot-0">
            <a:extLst xmlns:a="http://schemas.openxmlformats.org/drawingml/2006/main">
              <a:ext uri="{FF2B5EF4-FFF2-40B4-BE49-F238E27FC236}">
                <a16:creationId xmlns:a16="http://schemas.microsoft.com/office/drawing/2014/main" id="{73072A49-661E-47A3-B7EA-D9AA6297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14525"/>
            <a:ext cx="3886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9" name="toc-image-label-0">
            <a:extLst xmlns:a="http://schemas.openxmlformats.org/drawingml/2006/main">
              <a:ext uri="{FF2B5EF4-FFF2-40B4-BE49-F238E27FC236}">
                <a16:creationId xmlns:a16="http://schemas.microsoft.com/office/drawing/2014/main" id="{B5655323-CD92-40F9-A580-9B89FBF9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利用場面の画像枠</a:t>
            </a:r>
          </a:p>
        </p:txBody>
      </p:sp>
      <p:sp>
        <p:nvSpPr>
          <p:cNvPr id="10" name="toc-label-1">
            <a:extLst xmlns:a="http://schemas.openxmlformats.org/drawingml/2006/main">
              <a:ext uri="{FF2B5EF4-FFF2-40B4-BE49-F238E27FC236}">
                <a16:creationId xmlns:a16="http://schemas.microsoft.com/office/drawing/2014/main" id="{D2F04E81-A7AB-43DC-A69A-CB32A670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95425"/>
            <a:ext cx="3886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1" name="toc-image-slot-1">
            <a:extLst xmlns:a="http://schemas.openxmlformats.org/drawingml/2006/main">
              <a:ext uri="{FF2B5EF4-FFF2-40B4-BE49-F238E27FC236}">
                <a16:creationId xmlns:a16="http://schemas.microsoft.com/office/drawing/2014/main" id="{3174FD5B-5186-4F3A-B420-83432668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14525"/>
            <a:ext cx="3886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2" name="toc-image-label-1">
            <a:extLst xmlns:a="http://schemas.openxmlformats.org/drawingml/2006/main">
              <a:ext uri="{FF2B5EF4-FFF2-40B4-BE49-F238E27FC236}">
                <a16:creationId xmlns:a16="http://schemas.microsoft.com/office/drawing/2014/main" id="{493E8544-C7FD-41BC-95C2-46E8CA2A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47875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手法・実機の画像枠</a:t>
            </a:r>
          </a:p>
        </p:txBody>
      </p:sp>
      <p:sp>
        <p:nvSpPr>
          <p:cNvPr id="13" name="toc-label-2">
            <a:extLst xmlns:a="http://schemas.openxmlformats.org/drawingml/2006/main">
              <a:ext uri="{FF2B5EF4-FFF2-40B4-BE49-F238E27FC236}">
                <a16:creationId xmlns:a16="http://schemas.microsoft.com/office/drawing/2014/main" id="{02428EF0-4ED0-407B-9DFB-3CBAEDAC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76550"/>
            <a:ext cx="3886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4" name="toc-image-slot-2">
            <a:extLst xmlns:a="http://schemas.openxmlformats.org/drawingml/2006/main">
              <a:ext uri="{FF2B5EF4-FFF2-40B4-BE49-F238E27FC236}">
                <a16:creationId xmlns:a16="http://schemas.microsoft.com/office/drawing/2014/main" id="{C5B3FD61-7194-4614-9234-C8B622C0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5650"/>
            <a:ext cx="3886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5" name="toc-image-label-2">
            <a:extLst xmlns:a="http://schemas.openxmlformats.org/drawingml/2006/main">
              <a:ext uri="{FF2B5EF4-FFF2-40B4-BE49-F238E27FC236}">
                <a16:creationId xmlns:a16="http://schemas.microsoft.com/office/drawing/2014/main" id="{33D4E54E-DB73-405A-A42F-6B3D28D8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評価・結果図の画像枠</a:t>
            </a:r>
          </a:p>
        </p:txBody>
      </p:sp>
      <p:sp>
        <p:nvSpPr>
          <p:cNvPr id="16" name="toc-label-3">
            <a:extLst xmlns:a="http://schemas.openxmlformats.org/drawingml/2006/main">
              <a:ext uri="{FF2B5EF4-FFF2-40B4-BE49-F238E27FC236}">
                <a16:creationId xmlns:a16="http://schemas.microsoft.com/office/drawing/2014/main" id="{08F1A119-B755-402A-903B-944BA92A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76550"/>
            <a:ext cx="3886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7" name="toc-image-slot-3">
            <a:extLst xmlns:a="http://schemas.openxmlformats.org/drawingml/2006/main">
              <a:ext uri="{FF2B5EF4-FFF2-40B4-BE49-F238E27FC236}">
                <a16:creationId xmlns:a16="http://schemas.microsoft.com/office/drawing/2014/main" id="{18D8E79E-09B7-4AA1-BBCE-E5B4F69D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95650"/>
            <a:ext cx="3886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8" name="toc-image-label-3">
            <a:extLst xmlns:a="http://schemas.openxmlformats.org/drawingml/2006/main">
              <a:ext uri="{FF2B5EF4-FFF2-40B4-BE49-F238E27FC236}">
                <a16:creationId xmlns:a16="http://schemas.microsoft.com/office/drawing/2014/main" id="{B33566B9-ED38-456B-A355-DD65BF9D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2900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構想図の画像枠（計画）</a:t>
            </a:r>
          </a:p>
        </p:txBody>
      </p:sp>
      <p:sp>
        <p:nvSpPr>
          <p:cNvPr id="19" name="toc-rule-vertical">
            <a:extLst xmlns:a="http://schemas.openxmlformats.org/drawingml/2006/main">
              <a:ext uri="{FF2B5EF4-FFF2-40B4-BE49-F238E27FC236}">
                <a16:creationId xmlns:a16="http://schemas.microsoft.com/office/drawing/2014/main" id="{57450AA4-5678-4911-9662-8B51A23A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62100"/>
            <a:ext cx="9525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oc-rule-horizontal">
            <a:extLst xmlns:a="http://schemas.openxmlformats.org/drawingml/2006/main">
              <a:ext uri="{FF2B5EF4-FFF2-40B4-BE49-F238E27FC236}">
                <a16:creationId xmlns:a16="http://schemas.microsoft.com/office/drawing/2014/main" id="{1CACD675-29A6-4AA8-A5F1-C6FCAEEF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9875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ot-disclosure">
            <a:extLst xmlns:a="http://schemas.openxmlformats.org/drawingml/2006/main">
              <a:ext uri="{FF2B5EF4-FFF2-40B4-BE49-F238E27FC236}">
                <a16:creationId xmlns:a16="http://schemas.microsoft.com/office/drawing/2014/main" id="{0A527EAD-8C31-43AB-A2C3-59459115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画像は各章の資料から選ぶ。ここでは配置枠のみを示す</a:t>
            </a:r>
          </a:p>
        </p:txBody>
      </p:sp>
    </p:spTree>
    <p:extLst>
      <p:ext uri="{BB962C8B-B14F-4D97-AF65-F5344CB8AC3E}">
        <p14:creationId xmlns:p14="http://schemas.microsoft.com/office/powerpoint/2010/main" val="2217408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c4446be0540ec"/>
          <a:stretch xmlns:a="http://schemas.openxmlformats.org/drawingml/2006/main"/>
        </p:blipFill>
        <p:spPr>
          <a:xfrm xmlns:a="http://schemas.openxmlformats.org/drawingml/2006/main">
            <a:off x="7697419" y="220370"/>
            <a:ext cx="1107338" cy="310965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B721AF9C-3A91-4CD3-819E-C25C650F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B77EF202-38CA-436D-8C70-8280C9A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4" name="upper-chapter-band">
            <a:extLst xmlns:a="http://schemas.openxmlformats.org/drawingml/2006/main">
              <a:ext uri="{FF2B5EF4-FFF2-40B4-BE49-F238E27FC236}">
                <a16:creationId xmlns:a16="http://schemas.microsoft.com/office/drawing/2014/main" id="{9F4D6106-829B-4BA2-9D96-5D9CA2FD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"/>
            <a:ext cx="7772400" cy="821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apter">
            <a:extLst xmlns:a="http://schemas.openxmlformats.org/drawingml/2006/main">
              <a:ext uri="{FF2B5EF4-FFF2-40B4-BE49-F238E27FC236}">
                <a16:creationId xmlns:a16="http://schemas.microsoft.com/office/drawing/2014/main" id="{E97FE48B-24E0-4B6C-83D0-1A42A101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3" y="1035844"/>
            <a:ext cx="7358063" cy="650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 ここまでの結果</a:t>
            </a:r>
          </a:p>
        </p:txBody>
      </p:sp>
      <p:sp>
        <p:nvSpPr>
          <p:cNvPr id="6" name="chapter-guide">
            <a:extLst xmlns:a="http://schemas.openxmlformats.org/drawingml/2006/main">
              <a:ext uri="{FF2B5EF4-FFF2-40B4-BE49-F238E27FC236}">
                <a16:creationId xmlns:a16="http://schemas.microsoft.com/office/drawing/2014/main" id="{D50848F8-6700-459B-BA92-CBB7AD43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7715250" cy="785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合成データで確認したことと、残る課題</a:t>
            </a:r>
          </a:p>
        </p:txBody>
      </p:sp>
    </p:spTree>
    <p:extLst>
      <p:ext uri="{BB962C8B-B14F-4D97-AF65-F5344CB8AC3E}">
        <p14:creationId xmlns:p14="http://schemas.microsoft.com/office/powerpoint/2010/main" val="19297807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CD94F7C-4BC6-4ABC-9497-96D4E996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21fd90ca64dbb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3EEACBC-82CC-4E02-B365-45DAF576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5D8B11C2-B944-474B-81D1-9B532605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5472CAC0-3CF3-4CB2-A838-98C71A8F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同じ入力の間引き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5CA68222-6B8C-44DE-8324-30895B74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"/>
            <a:ext cx="8229600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全13点から、0・5・10分の3点だけを保持する</a:t>
            </a:r>
          </a:p>
        </p:txBody>
      </p:sp>
      <p:sp>
        <p:nvSpPr>
          <p:cNvPr id="7" name="all-label">
            <a:extLst xmlns:a="http://schemas.openxmlformats.org/drawingml/2006/main">
              <a:ext uri="{FF2B5EF4-FFF2-40B4-BE49-F238E27FC236}">
                <a16:creationId xmlns:a16="http://schemas.microsoft.com/office/drawing/2014/main" id="{7FAB476F-F621-46F8-8576-6A4ACE16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1分間隔の入力</a:t>
            </a:r>
          </a:p>
        </p:txBody>
      </p:sp>
      <p:sp>
        <p:nvSpPr>
          <p:cNvPr id="8" name="kept-label">
            <a:extLst xmlns:a="http://schemas.openxmlformats.org/drawingml/2006/main">
              <a:ext uri="{FF2B5EF4-FFF2-40B4-BE49-F238E27FC236}">
                <a16:creationId xmlns:a16="http://schemas.microsoft.com/office/drawing/2014/main" id="{5A9E96F1-D1C9-41F6-AE3C-B9F5768E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95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5分間隔で保持</a:t>
            </a:r>
          </a:p>
        </p:txBody>
      </p:sp>
      <p:sp>
        <p:nvSpPr>
          <p:cNvPr id="9" name="input-0">
            <a:extLst xmlns:a="http://schemas.openxmlformats.org/drawingml/2006/main">
              <a:ext uri="{FF2B5EF4-FFF2-40B4-BE49-F238E27FC236}">
                <a16:creationId xmlns:a16="http://schemas.microsoft.com/office/drawing/2014/main" id="{80B08A9D-7D28-470C-980B-8BDAC4BE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inute-0">
            <a:extLst xmlns:a="http://schemas.openxmlformats.org/drawingml/2006/main">
              <a:ext uri="{FF2B5EF4-FFF2-40B4-BE49-F238E27FC236}">
                <a16:creationId xmlns:a16="http://schemas.microsoft.com/office/drawing/2014/main" id="{FDF69DB9-ACCA-4769-929C-33E6CB7C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0</a:t>
            </a:r>
          </a:p>
        </p:txBody>
      </p:sp>
      <p:sp>
        <p:nvSpPr>
          <p:cNvPr id="11" name="retained-0">
            <a:extLst xmlns:a="http://schemas.openxmlformats.org/drawingml/2006/main">
              <a:ext uri="{FF2B5EF4-FFF2-40B4-BE49-F238E27FC236}">
                <a16:creationId xmlns:a16="http://schemas.microsoft.com/office/drawing/2014/main" id="{BF41E88D-9CA2-4842-82F0-06A3E310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55" name=""/>
          <p:cNvCxnSpPr>
            <a:stCxn xmlns:a="http://schemas.openxmlformats.org/drawingml/2006/main" id="9" idx="4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33242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13" name="input-1">
            <a:extLst xmlns:a="http://schemas.openxmlformats.org/drawingml/2006/main">
              <a:ext uri="{FF2B5EF4-FFF2-40B4-BE49-F238E27FC236}">
                <a16:creationId xmlns:a16="http://schemas.microsoft.com/office/drawing/2014/main" id="{32B2CB22-29CA-42AE-9565-11727B36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inute-1">
            <a:extLst xmlns:a="http://schemas.openxmlformats.org/drawingml/2006/main">
              <a:ext uri="{FF2B5EF4-FFF2-40B4-BE49-F238E27FC236}">
                <a16:creationId xmlns:a16="http://schemas.microsoft.com/office/drawing/2014/main" id="{80C5C4F9-FA4C-4BDA-A661-67D60C5A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15" name="input-2">
            <a:extLst xmlns:a="http://schemas.openxmlformats.org/drawingml/2006/main">
              <a:ext uri="{FF2B5EF4-FFF2-40B4-BE49-F238E27FC236}">
                <a16:creationId xmlns:a16="http://schemas.microsoft.com/office/drawing/2014/main" id="{C8D35B2F-B220-44F1-8D8C-86CD38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inute-2">
            <a:extLst xmlns:a="http://schemas.openxmlformats.org/drawingml/2006/main">
              <a:ext uri="{FF2B5EF4-FFF2-40B4-BE49-F238E27FC236}">
                <a16:creationId xmlns:a16="http://schemas.microsoft.com/office/drawing/2014/main" id="{7179E3E8-6FB8-4484-A485-38ED5D74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7" name="input-3">
            <a:extLst xmlns:a="http://schemas.openxmlformats.org/drawingml/2006/main">
              <a:ext uri="{FF2B5EF4-FFF2-40B4-BE49-F238E27FC236}">
                <a16:creationId xmlns:a16="http://schemas.microsoft.com/office/drawing/2014/main" id="{A5A03426-AEC4-44F6-8E04-38FE6C83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nute-3">
            <a:extLst xmlns:a="http://schemas.openxmlformats.org/drawingml/2006/main">
              <a:ext uri="{FF2B5EF4-FFF2-40B4-BE49-F238E27FC236}">
                <a16:creationId xmlns:a16="http://schemas.microsoft.com/office/drawing/2014/main" id="{DBE10442-BB9E-4D9E-B93E-1F731655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9" name="input-4">
            <a:extLst xmlns:a="http://schemas.openxmlformats.org/drawingml/2006/main">
              <a:ext uri="{FF2B5EF4-FFF2-40B4-BE49-F238E27FC236}">
                <a16:creationId xmlns:a16="http://schemas.microsoft.com/office/drawing/2014/main" id="{0B75ED82-640B-4DB8-AF9D-130C9DE8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inute-4">
            <a:extLst xmlns:a="http://schemas.openxmlformats.org/drawingml/2006/main">
              <a:ext uri="{FF2B5EF4-FFF2-40B4-BE49-F238E27FC236}">
                <a16:creationId xmlns:a16="http://schemas.microsoft.com/office/drawing/2014/main" id="{F457993C-D896-467A-BBD7-8DC5505B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21" name="input-5">
            <a:extLst xmlns:a="http://schemas.openxmlformats.org/drawingml/2006/main">
              <a:ext uri="{FF2B5EF4-FFF2-40B4-BE49-F238E27FC236}">
                <a16:creationId xmlns:a16="http://schemas.microsoft.com/office/drawing/2014/main" id="{371C99DE-96BA-4F5D-B4D5-529C7284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minute-5">
            <a:extLst xmlns:a="http://schemas.openxmlformats.org/drawingml/2006/main">
              <a:ext uri="{FF2B5EF4-FFF2-40B4-BE49-F238E27FC236}">
                <a16:creationId xmlns:a16="http://schemas.microsoft.com/office/drawing/2014/main" id="{0AE745BC-6CBC-493B-8305-C60541D7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5</a:t>
            </a:r>
          </a:p>
        </p:txBody>
      </p:sp>
      <p:sp>
        <p:nvSpPr>
          <p:cNvPr id="23" name="retained-5">
            <a:extLst xmlns:a="http://schemas.openxmlformats.org/drawingml/2006/main">
              <a:ext uri="{FF2B5EF4-FFF2-40B4-BE49-F238E27FC236}">
                <a16:creationId xmlns:a16="http://schemas.microsoft.com/office/drawing/2014/main" id="{F463E90C-ACE2-4800-9EF5-4D15BE04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1" idx="4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532447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25" name="input-6">
            <a:extLst xmlns:a="http://schemas.openxmlformats.org/drawingml/2006/main">
              <a:ext uri="{FF2B5EF4-FFF2-40B4-BE49-F238E27FC236}">
                <a16:creationId xmlns:a16="http://schemas.microsoft.com/office/drawing/2014/main" id="{F0B8B5AA-6010-45BE-8171-BC832D6B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minute-6">
            <a:extLst xmlns:a="http://schemas.openxmlformats.org/drawingml/2006/main">
              <a:ext uri="{FF2B5EF4-FFF2-40B4-BE49-F238E27FC236}">
                <a16:creationId xmlns:a16="http://schemas.microsoft.com/office/drawing/2014/main" id="{0857017B-E663-4E07-ABB2-D94AA644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6</a:t>
            </a:r>
          </a:p>
        </p:txBody>
      </p:sp>
      <p:sp>
        <p:nvSpPr>
          <p:cNvPr id="27" name="input-7">
            <a:extLst xmlns:a="http://schemas.openxmlformats.org/drawingml/2006/main">
              <a:ext uri="{FF2B5EF4-FFF2-40B4-BE49-F238E27FC236}">
                <a16:creationId xmlns:a16="http://schemas.microsoft.com/office/drawing/2014/main" id="{14DEF5AA-2DC5-4760-824B-CC5CF1BA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inute-7">
            <a:extLst xmlns:a="http://schemas.openxmlformats.org/drawingml/2006/main">
              <a:ext uri="{FF2B5EF4-FFF2-40B4-BE49-F238E27FC236}">
                <a16:creationId xmlns:a16="http://schemas.microsoft.com/office/drawing/2014/main" id="{66B3F0F0-20AB-4E6F-8F09-7B7E7218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7</a:t>
            </a:r>
          </a:p>
        </p:txBody>
      </p:sp>
      <p:sp>
        <p:nvSpPr>
          <p:cNvPr id="29" name="input-8">
            <a:extLst xmlns:a="http://schemas.openxmlformats.org/drawingml/2006/main">
              <a:ext uri="{FF2B5EF4-FFF2-40B4-BE49-F238E27FC236}">
                <a16:creationId xmlns:a16="http://schemas.microsoft.com/office/drawing/2014/main" id="{D900A5B7-6189-4DAB-B9F9-B1A9861E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minute-8">
            <a:extLst xmlns:a="http://schemas.openxmlformats.org/drawingml/2006/main">
              <a:ext uri="{FF2B5EF4-FFF2-40B4-BE49-F238E27FC236}">
                <a16:creationId xmlns:a16="http://schemas.microsoft.com/office/drawing/2014/main" id="{B20EA91A-EA71-4AEE-9BD3-343AACC9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8</a:t>
            </a:r>
          </a:p>
        </p:txBody>
      </p:sp>
      <p:sp>
        <p:nvSpPr>
          <p:cNvPr id="31" name="input-9">
            <a:extLst xmlns:a="http://schemas.openxmlformats.org/drawingml/2006/main">
              <a:ext uri="{FF2B5EF4-FFF2-40B4-BE49-F238E27FC236}">
                <a16:creationId xmlns:a16="http://schemas.microsoft.com/office/drawing/2014/main" id="{9D7ACD2A-1D74-4A5F-8DC9-064C8DC2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inute-9">
            <a:extLst xmlns:a="http://schemas.openxmlformats.org/drawingml/2006/main">
              <a:ext uri="{FF2B5EF4-FFF2-40B4-BE49-F238E27FC236}">
                <a16:creationId xmlns:a16="http://schemas.microsoft.com/office/drawing/2014/main" id="{6A1E4CA6-68D1-4591-8EC9-CB6D4281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9</a:t>
            </a:r>
          </a:p>
        </p:txBody>
      </p:sp>
      <p:sp>
        <p:nvSpPr>
          <p:cNvPr id="33" name="input-10">
            <a:extLst xmlns:a="http://schemas.openxmlformats.org/drawingml/2006/main">
              <a:ext uri="{FF2B5EF4-FFF2-40B4-BE49-F238E27FC236}">
                <a16:creationId xmlns:a16="http://schemas.microsoft.com/office/drawing/2014/main" id="{A763D10E-9C35-4809-A76B-D4D812E3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minute-10">
            <a:extLst xmlns:a="http://schemas.openxmlformats.org/drawingml/2006/main">
              <a:ext uri="{FF2B5EF4-FFF2-40B4-BE49-F238E27FC236}">
                <a16:creationId xmlns:a16="http://schemas.microsoft.com/office/drawing/2014/main" id="{BC063F09-335C-4503-BFF2-D97D1F33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35" name="retained-10">
            <a:extLst xmlns:a="http://schemas.openxmlformats.org/drawingml/2006/main">
              <a:ext uri="{FF2B5EF4-FFF2-40B4-BE49-F238E27FC236}">
                <a16:creationId xmlns:a16="http://schemas.microsoft.com/office/drawing/2014/main" id="{39B8E966-604F-4A1B-B099-6431196B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79" name=""/>
          <p:cNvCxnSpPr>
            <a:stCxn xmlns:a="http://schemas.openxmlformats.org/drawingml/2006/main" id="33" idx="4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73247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37" name="input-11">
            <a:extLst xmlns:a="http://schemas.openxmlformats.org/drawingml/2006/main">
              <a:ext uri="{FF2B5EF4-FFF2-40B4-BE49-F238E27FC236}">
                <a16:creationId xmlns:a16="http://schemas.microsoft.com/office/drawing/2014/main" id="{E20777E4-DA54-4B4F-951B-845A381E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minute-11">
            <a:extLst xmlns:a="http://schemas.openxmlformats.org/drawingml/2006/main">
              <a:ext uri="{FF2B5EF4-FFF2-40B4-BE49-F238E27FC236}">
                <a16:creationId xmlns:a16="http://schemas.microsoft.com/office/drawing/2014/main" id="{AED54922-6E04-40F8-8007-9DCA1E81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  <p:sp>
        <p:nvSpPr>
          <p:cNvPr id="39" name="input-12">
            <a:extLst xmlns:a="http://schemas.openxmlformats.org/drawingml/2006/main">
              <a:ext uri="{FF2B5EF4-FFF2-40B4-BE49-F238E27FC236}">
                <a16:creationId xmlns:a16="http://schemas.microsoft.com/office/drawing/2014/main" id="{2E4F03CC-77E1-4C58-9079-602F065C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minute-12">
            <a:extLst xmlns:a="http://schemas.openxmlformats.org/drawingml/2006/main">
              <a:ext uri="{FF2B5EF4-FFF2-40B4-BE49-F238E27FC236}">
                <a16:creationId xmlns:a16="http://schemas.microsoft.com/office/drawing/2014/main" id="{86D9BE42-47ED-4852-8EEB-B7FABF44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  <p:sp>
        <p:nvSpPr>
          <p:cNvPr id="41" name="axis-unit">
            <a:extLst xmlns:a="http://schemas.openxmlformats.org/drawingml/2006/main">
              <a:ext uri="{FF2B5EF4-FFF2-40B4-BE49-F238E27FC236}">
                <a16:creationId xmlns:a16="http://schemas.microsoft.com/office/drawing/2014/main" id="{B4374FA6-2FDE-4431-9E94-2993D35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時刻 [分]</a:t>
            </a:r>
          </a:p>
        </p:txBody>
      </p:sp>
      <p:sp>
        <p:nvSpPr>
          <p:cNvPr id="42" name="arrow-meaning">
            <a:extLst xmlns:a="http://schemas.openxmlformats.org/drawingml/2006/main">
              <a:ext uri="{FF2B5EF4-FFF2-40B4-BE49-F238E27FC236}">
                <a16:creationId xmlns:a16="http://schemas.microsoft.com/office/drawing/2014/main" id="{0F1B02CC-8A04-4E7E-BEF5-3830E64F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385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6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矢印は「保持する点」の対応</a:t>
            </a:r>
          </a:p>
        </p:txBody>
      </p:sp>
      <p:sp>
        <p:nvSpPr>
          <p:cNvPr id="43" name="source-note">
            <a:extLst xmlns:a="http://schemas.openxmlformats.org/drawingml/2006/main">
              <a:ext uri="{FF2B5EF4-FFF2-40B4-BE49-F238E27FC236}">
                <a16:creationId xmlns:a16="http://schemas.microsoft.com/office/drawing/2014/main" id="{620CFA26-F28F-4F8D-94EA-2CD0C533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822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合成系列1例／開始時刻0分／間引き処理だけを確認</a:t>
            </a:r>
          </a:p>
        </p:txBody>
      </p:sp>
    </p:spTree>
    <p:extLst>
      <p:ext uri="{BB962C8B-B14F-4D97-AF65-F5344CB8AC3E}">
        <p14:creationId xmlns:p14="http://schemas.microsoft.com/office/powerpoint/2010/main" val="4631479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footer-line">
            <a:extLst xmlns:a="http://schemas.openxmlformats.org/drawingml/2006/main">
              <a:ext uri="{FF2B5EF4-FFF2-40B4-BE49-F238E27FC236}">
                <a16:creationId xmlns:a16="http://schemas.microsoft.com/office/drawing/2014/main" id="{0EA5B151-8B8F-4458-8FAE-3B3616C7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43b56b6d14ddd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8950C73C-7565-4EE1-A594-2790945B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7FEAA653-E5D3-45B9-9A43-03DE1402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CD1E9A2-040B-48E2-BF2E-2776366D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この例では高い値が記録に残らない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9466E9E2-1E6F-4003-85E7-DD11C9A5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"/>
            <a:ext cx="8229600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5分間隔の保持点には、1000 ppmを超える値がない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38150" y="1476375"/>
          <a:ext xmlns:a="http://schemas.openxmlformats.org/drawingml/2006/main" cx="6210300" cy="26384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93ffe895c04f3b"/>
          </a:graphicData>
        </a:graphic>
      </p:graphicFrame>
      <p:sp>
        <p:nvSpPr>
          <p:cNvPr id="8" name="maximum-label">
            <a:extLst xmlns:a="http://schemas.openxmlformats.org/drawingml/2006/main">
              <a:ext uri="{FF2B5EF4-FFF2-40B4-BE49-F238E27FC236}">
                <a16:creationId xmlns:a16="http://schemas.microsoft.com/office/drawing/2014/main" id="{B106D723-FAD9-4355-887C-0258C438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811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保持最大値</a:t>
            </a:r>
          </a:p>
        </p:txBody>
      </p:sp>
      <p:sp>
        <p:nvSpPr>
          <p:cNvPr id="9" name="all-max">
            <a:extLst xmlns:a="http://schemas.openxmlformats.org/drawingml/2006/main">
              <a:ext uri="{FF2B5EF4-FFF2-40B4-BE49-F238E27FC236}">
                <a16:creationId xmlns:a16="http://schemas.microsoft.com/office/drawing/2014/main" id="{B4A60359-99C6-4E53-8664-F9139BAF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288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</a:t>
            </a:r>
          </a:p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1120 ppm</a:t>
            </a:r>
          </a:p>
        </p:txBody>
      </p:sp>
      <p:sp>
        <p:nvSpPr>
          <p:cNvPr id="10" name="kept-max">
            <a:extLst xmlns:a="http://schemas.openxmlformats.org/drawingml/2006/main">
              <a:ext uri="{FF2B5EF4-FFF2-40B4-BE49-F238E27FC236}">
                <a16:creationId xmlns:a16="http://schemas.microsoft.com/office/drawing/2014/main" id="{7C378401-CD8A-4D0B-B42C-10372649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保持3点</a:t>
            </a:r>
          </a:p>
          <a:p xmlns:a="http://schemas.openxmlformats.org/drawingml/2006/main">
            <a:pPr algn="l">
              <a:defRPr sz="1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970 ppm</a:t>
            </a:r>
          </a:p>
        </p:txBody>
      </p:sp>
      <p:sp>
        <p:nvSpPr>
          <p:cNvPr id="11" name="condition">
            <a:extLst xmlns:a="http://schemas.openxmlformats.org/drawingml/2006/main">
              <a:ext uri="{FF2B5EF4-FFF2-40B4-BE49-F238E27FC236}">
                <a16:creationId xmlns:a16="http://schemas.microsoft.com/office/drawing/2014/main" id="{6DF75B6A-84BF-42A9-9A36-15EB051E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87952"/>
            <a:ext cx="822960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合成系列1例／開始時刻0分／閾値は安全基準を表さない</a:t>
            </a:r>
          </a:p>
        </p:txBody>
      </p:sp>
    </p:spTree>
    <p:extLst>
      <p:ext uri="{BB962C8B-B14F-4D97-AF65-F5344CB8AC3E}">
        <p14:creationId xmlns:p14="http://schemas.microsoft.com/office/powerpoint/2010/main" val="18179927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8FD7832-36CF-4894-AB8F-26CFC01E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86a3ca7b74541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DB9F2A8-3113-43FD-8952-C0E5800C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F05E2D78-D011-4A66-AA04-D6787AEF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4C0C8E4-6525-4243-946D-08D940A1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記録量と保持された値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12C37566-913A-47B9-A69A-5F7B2942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"/>
            <a:ext cx="8229600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点数の減少と、残った値を分けて見る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457200" y="1752600"/>
          <a:ext xmlns:a="http://schemas.openxmlformats.org/drawingml/2006/main" cx="82296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24300"/>
                <a:gridCol w="2152650"/>
                <a:gridCol w="2152650"/>
              </a:tblGrid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比較項目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5分間隔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保持最大値 [ppm]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1120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970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1000 ppm超の記録点数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2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cope">
            <a:extLst xmlns:a="http://schemas.openxmlformats.org/drawingml/2006/main">
              <a:ext uri="{FF2B5EF4-FFF2-40B4-BE49-F238E27FC236}">
                <a16:creationId xmlns:a16="http://schemas.microsoft.com/office/drawing/2014/main" id="{C20BB55D-E7AD-4B55-A48A-532669A8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87952"/>
            <a:ext cx="822960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合成データからの計算。電力・健康リスクは未評価</a:t>
            </a:r>
          </a:p>
        </p:txBody>
      </p:sp>
    </p:spTree>
    <p:extLst>
      <p:ext uri="{BB962C8B-B14F-4D97-AF65-F5344CB8AC3E}">
        <p14:creationId xmlns:p14="http://schemas.microsoft.com/office/powerpoint/2010/main" val="1883183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D864177-2027-4A17-8668-25682F5E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3b034545c482b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FA57532-6F2C-480C-84BD-F8684AD8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6A1C05C8-189A-4883-B6F6-1B2D7B6A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B5BF6DF7-8B14-4F83-8C27-4F29D67B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05A4023C-49A6-433C-8877-0C3B0E51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"/>
            <a:ext cx="8229600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記録点数と、残る変化を併せて確かめる</a:t>
            </a:r>
          </a:p>
        </p:txBody>
      </p:sp>
      <p:sp>
        <p:nvSpPr>
          <p:cNvPr id="7" name="summary-label-0">
            <a:extLst xmlns:a="http://schemas.openxmlformats.org/drawingml/2006/main">
              <a:ext uri="{FF2B5EF4-FFF2-40B4-BE49-F238E27FC236}">
                <a16:creationId xmlns:a16="http://schemas.microsoft.com/office/drawing/2014/main" id="{B6A8641E-4BA2-42F7-8E02-AC0DA98B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2664619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8" name="summary-body-0">
            <a:extLst xmlns:a="http://schemas.openxmlformats.org/drawingml/2006/main">
              <a:ext uri="{FF2B5EF4-FFF2-40B4-BE49-F238E27FC236}">
                <a16:creationId xmlns:a16="http://schemas.microsoft.com/office/drawing/2014/main" id="{5FF3ED6F-73DE-4861-8231-07FCFF29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1485900"/>
            <a:ext cx="539353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記録点を減らすとき、短い変化が残るかを問う</a:t>
            </a:r>
          </a:p>
        </p:txBody>
      </p:sp>
      <p:sp>
        <p:nvSpPr>
          <p:cNvPr id="9" name="summary-rule-0">
            <a:extLst xmlns:a="http://schemas.openxmlformats.org/drawingml/2006/main">
              <a:ext uri="{FF2B5EF4-FFF2-40B4-BE49-F238E27FC236}">
                <a16:creationId xmlns:a16="http://schemas.microsoft.com/office/drawing/2014/main" id="{868D2CD3-37F5-4F91-85D4-AF7AE384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026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ummary-label-1">
            <a:extLst xmlns:a="http://schemas.openxmlformats.org/drawingml/2006/main">
              <a:ext uri="{FF2B5EF4-FFF2-40B4-BE49-F238E27FC236}">
                <a16:creationId xmlns:a16="http://schemas.microsoft.com/office/drawing/2014/main" id="{E6C14105-BBFE-4C93-A556-A5A1C75C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2664619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1" name="summary-body-1">
            <a:extLst xmlns:a="http://schemas.openxmlformats.org/drawingml/2006/main">
              <a:ext uri="{FF2B5EF4-FFF2-40B4-BE49-F238E27FC236}">
                <a16:creationId xmlns:a16="http://schemas.microsoft.com/office/drawing/2014/main" id="{994EE426-55FB-4C64-B995-91AAFB36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143125"/>
            <a:ext cx="539353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同じ合成系列を、全13点と保持3点で比較した</a:t>
            </a:r>
          </a:p>
        </p:txBody>
      </p:sp>
      <p:sp>
        <p:nvSpPr>
          <p:cNvPr id="12" name="summary-rule-1">
            <a:extLst xmlns:a="http://schemas.openxmlformats.org/drawingml/2006/main">
              <a:ext uri="{FF2B5EF4-FFF2-40B4-BE49-F238E27FC236}">
                <a16:creationId xmlns:a16="http://schemas.microsoft.com/office/drawing/2014/main" id="{153E52D8-DC41-4F4B-B920-66AB47B2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7488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mmary-label-2">
            <a:extLst xmlns:a="http://schemas.openxmlformats.org/drawingml/2006/main">
              <a:ext uri="{FF2B5EF4-FFF2-40B4-BE49-F238E27FC236}">
                <a16:creationId xmlns:a16="http://schemas.microsoft.com/office/drawing/2014/main" id="{608EDB75-3AB2-4FF8-952C-BCC504BE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0350"/>
            <a:ext cx="2664619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4" name="summary-body-2">
            <a:extLst xmlns:a="http://schemas.openxmlformats.org/drawingml/2006/main">
              <a:ext uri="{FF2B5EF4-FFF2-40B4-BE49-F238E27FC236}">
                <a16:creationId xmlns:a16="http://schemas.microsoft.com/office/drawing/2014/main" id="{C12B4C38-5EA8-4867-B3A1-28D31D54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800350"/>
            <a:ext cx="539353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この例では、5分間隔の保持点に</a:t>
            </a:r>
          </a:p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1000 ppmを超える値が残らなかった</a:t>
            </a:r>
          </a:p>
        </p:txBody>
      </p:sp>
      <p:sp>
        <p:nvSpPr>
          <p:cNvPr id="15" name="summary-rule-2">
            <a:extLst xmlns:a="http://schemas.openxmlformats.org/drawingml/2006/main">
              <a:ext uri="{FF2B5EF4-FFF2-40B4-BE49-F238E27FC236}">
                <a16:creationId xmlns:a16="http://schemas.microsoft.com/office/drawing/2014/main" id="{14E3070E-0163-4405-BD44-B4A33710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147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ummary-label-3">
            <a:extLst xmlns:a="http://schemas.openxmlformats.org/drawingml/2006/main">
              <a:ext uri="{FF2B5EF4-FFF2-40B4-BE49-F238E27FC236}">
                <a16:creationId xmlns:a16="http://schemas.microsoft.com/office/drawing/2014/main" id="{D9481D51-30C5-42CD-BD74-00A16FC9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7575"/>
            <a:ext cx="2664619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7" name="summary-body-3">
            <a:extLst xmlns:a="http://schemas.openxmlformats.org/drawingml/2006/main">
              <a:ext uri="{FF2B5EF4-FFF2-40B4-BE49-F238E27FC236}">
                <a16:creationId xmlns:a16="http://schemas.microsoft.com/office/drawing/2014/main" id="{13584FB1-2B82-47CF-AE9D-8C8E2FA2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3457575"/>
            <a:ext cx="539353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波形・開始時刻を変え、実機条件で確かめる計画</a:t>
            </a:r>
          </a:p>
        </p:txBody>
      </p:sp>
    </p:spTree>
    <p:extLst>
      <p:ext uri="{BB962C8B-B14F-4D97-AF65-F5344CB8AC3E}">
        <p14:creationId xmlns:p14="http://schemas.microsoft.com/office/powerpoint/2010/main" val="7829935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2026-09-29T14:49:52.9060000Z</dcterms:created>
  <dcterms:modified xsi:type="dcterms:W3CDTF">2026-09-29T14:49:52.9060000Z</dcterms:modified>
</coreProperties>
</file>