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1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d6e1ba9c3614178" /><Relationship Type="http://schemas.openxmlformats.org/officeDocument/2006/relationships/extended-properties" Target="/docProps/app.xml" Id="Reb6b00e80d22410b" /><Relationship Type="http://schemas.openxmlformats.org/officeDocument/2006/relationships/officeDocument" Target="/ppt/presentation.xml" Id="R49507db0f3f0432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269ba1dc796482a"/>
  </p:sldMasterIdLst>
  <p:notesMasterIdLst>
    <p:notesMasterId xmlns:r="http://schemas.openxmlformats.org/officeDocument/2006/relationships" r:id="R2cea4f6d921645b5"/>
  </p:notesMasterIdLst>
  <p:sldIdLst>
    <p:sldId xmlns:r="http://schemas.openxmlformats.org/officeDocument/2006/relationships" id="256" r:id="R4aeeedb97e054350"/>
    <p:sldId xmlns:r="http://schemas.openxmlformats.org/officeDocument/2006/relationships" id="257" r:id="R4c83a93265194c71"/>
    <p:sldId xmlns:r="http://schemas.openxmlformats.org/officeDocument/2006/relationships" id="258" r:id="Re7753f798db04fdc"/>
    <p:sldId xmlns:r="http://schemas.openxmlformats.org/officeDocument/2006/relationships" id="259" r:id="Rd154a2a420f042ae"/>
    <p:sldId xmlns:r="http://schemas.openxmlformats.org/officeDocument/2006/relationships" id="260" r:id="Rb07608d8e27e4805"/>
    <p:sldId xmlns:r="http://schemas.openxmlformats.org/officeDocument/2006/relationships" id="261" r:id="R7b0bdd5b5d434447"/>
  </p:sldIdLst>
  <p:sldSz cx="9144000" cy="5143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c25235d7bc54622" /><Relationship Type="http://schemas.openxmlformats.org/officeDocument/2006/relationships/slideMaster" Target="/ppt/slideMasters/slideMaster1.xml" Id="Rd269ba1dc796482a" /><Relationship Type="http://schemas.openxmlformats.org/officeDocument/2006/relationships/notesMaster" Target="/ppt/notesMasters/notesMaster1.xml" Id="R2cea4f6d921645b5" /><Relationship Type="http://schemas.openxmlformats.org/officeDocument/2006/relationships/presProps" Target="/ppt/presProps.xml" Id="Re1b6eda74d664586" /><Relationship Type="http://schemas.openxmlformats.org/officeDocument/2006/relationships/tableStyles" Target="/ppt/tableStyles.xml" Id="R7bc3b706ebf74c3b" /><Relationship Type="http://schemas.openxmlformats.org/officeDocument/2006/relationships/slide" Target="/ppt/slides/slide1.xml" Id="R4aeeedb97e054350" /><Relationship Type="http://schemas.openxmlformats.org/officeDocument/2006/relationships/slide" Target="/ppt/slides/slide2.xml" Id="R4c83a93265194c71" /><Relationship Type="http://schemas.openxmlformats.org/officeDocument/2006/relationships/slide" Target="/ppt/slides/slide3.xml" Id="Re7753f798db04fdc" /><Relationship Type="http://schemas.openxmlformats.org/officeDocument/2006/relationships/slide" Target="/ppt/slides/slide4.xml" Id="Rd154a2a420f042ae" /><Relationship Type="http://schemas.openxmlformats.org/officeDocument/2006/relationships/slide" Target="/ppt/slides/slide5.xml" Id="Rb07608d8e27e4805" /><Relationship Type="http://schemas.openxmlformats.org/officeDocument/2006/relationships/slide" Target="/ppt/slides/slide6.xml" Id="R7b0bdd5b5d43444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f28cb15b2984ac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91704f82fac4ac1" /><Relationship Type="http://schemas.openxmlformats.org/officeDocument/2006/relationships/notesMaster" Target="/ppt/notesMasters/notesMaster1.xml" Id="Rd42f164f8af148b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c03e9c1a2df47dc" /><Relationship Type="http://schemas.openxmlformats.org/officeDocument/2006/relationships/notesMaster" Target="/ppt/notesMasters/notesMaster1.xml" Id="R23968749419a4f8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c0d1b2815f54f5b" /><Relationship Type="http://schemas.openxmlformats.org/officeDocument/2006/relationships/notesMaster" Target="/ppt/notesMasters/notesMaster1.xml" Id="R1dc15ddcc32043c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21fb761013847c3" /><Relationship Type="http://schemas.openxmlformats.org/officeDocument/2006/relationships/notesMaster" Target="/ppt/notesMasters/notesMaster1.xml" Id="R958bae7fd72c4a2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0639f38cccd468a" /><Relationship Type="http://schemas.openxmlformats.org/officeDocument/2006/relationships/notesMaster" Target="/ppt/notesMasters/notesMaster1.xml" Id="Rd84f66d5e76f450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b4da2a96c424d49" /><Relationship Type="http://schemas.openxmlformats.org/officeDocument/2006/relationships/notesMaster" Target="/ppt/notesMasters/notesMaster1.xml" Id="R86d1bb2f24a44c8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架空研究の教材。全数値は assets/example-source.org の合成データであり、実測値ではない。CPS LABの視覚スタイルと編集可能性を示す6種類のレイアウト見本。研究発表の推奨枚数・章配分ではない。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架空研究の教材。全数値は assets/example-source.org の合成データであり、実測値ではない。CPS LABの視覚スタイルと編集可能性を示す6種類のレイアウト見本。研究発表の推奨枚数・章配分ではない。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架空研究の教材。全数値は assets/example-source.org の合成データであり、実測値ではない。CPS LABの視覚スタイルと編集可能性を示す6種類のレイアウト見本。研究発表の推奨枚数・章配分ではない。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架空研究の教材。全数値は assets/example-source.org の合成データであり、実測値ではない。CPS LABの視覚スタイルと編集可能性を示す6種類のレイアウト見本。研究発表の推奨枚数・章配分ではない。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架空研究の教材。全数値は assets/example-source.org の合成データであり、実測値ではない。CPS LABの視覚スタイルと編集可能性を示す6種類のレイアウト見本。研究発表の推奨枚数・章配分ではない。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架空研究の教材。全数値は assets/example-source.org の合成データであり、実測値ではない。CPS LABの視覚スタイルと編集可能性を示す6種類のレイアウト見本。研究発表の推奨枚数・章配分ではない。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46c2b3bedbd41a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b7d694aad0d4eb1" /><Relationship Type="http://schemas.openxmlformats.org/officeDocument/2006/relationships/slideLayout" Target="/ppt/slideLayouts/slideLayout1.xml" Id="R5d028adc7dbc454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d028adc7dbc454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f753e6a8304c44" /><Relationship Type="http://schemas.openxmlformats.org/officeDocument/2006/relationships/image" Target="/ppt/media/image.png" Id="R2e8270a9d7b64cf6" /><Relationship Type="http://schemas.openxmlformats.org/officeDocument/2006/relationships/notesSlide" Target="/ppt/notesSlides/notesSlide1.xml" Id="Rbef2abafe7d143a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fb3a80fc184e73" /><Relationship Type="http://schemas.openxmlformats.org/officeDocument/2006/relationships/image" Target="/ppt/media/image2.png" Id="R49992f185ab44915" /><Relationship Type="http://schemas.openxmlformats.org/officeDocument/2006/relationships/notesSlide" Target="/ppt/notesSlides/notesSlide2.xml" Id="R3a12a7ab45aa41c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b881fbf4664ea8" /><Relationship Type="http://schemas.openxmlformats.org/officeDocument/2006/relationships/image" Target="/ppt/media/image3.png" Id="Raa44ba8fb2134889" /><Relationship Type="http://schemas.openxmlformats.org/officeDocument/2006/relationships/notesSlide" Target="/ppt/notesSlides/notesSlide3.xml" Id="R54ae3f397bc84c0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d805381c4548d0" /><Relationship Type="http://schemas.openxmlformats.org/officeDocument/2006/relationships/image" Target="/ppt/media/image4.png" Id="R2a3f99800df94954" /><Relationship Type="http://schemas.openxmlformats.org/officeDocument/2006/relationships/chart" Target="/ppt/slides/charts/chart1.xml" Id="R75c032e85e95400f" /><Relationship Type="http://schemas.openxmlformats.org/officeDocument/2006/relationships/notesSlide" Target="/ppt/notesSlides/notesSlide4.xml" Id="R1a76dac5f502460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ace5abd8aa48ee" /><Relationship Type="http://schemas.openxmlformats.org/officeDocument/2006/relationships/image" Target="/ppt/media/image5.png" Id="R9288ac591f034df0" /><Relationship Type="http://schemas.openxmlformats.org/officeDocument/2006/relationships/notesSlide" Target="/ppt/notesSlides/notesSlide5.xml" Id="Rc77a7aad9e1343d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3c74d046104b02" /><Relationship Type="http://schemas.openxmlformats.org/officeDocument/2006/relationships/image" Target="/ppt/media/image6.png" Id="Rb4765f0c54e94331" /><Relationship Type="http://schemas.openxmlformats.org/officeDocument/2006/relationships/notesSlide" Target="/ppt/notesSlides/notesSlide6.xml" Id="Rd04fc106d07b42b6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Marker"/>
        <c:ser>
          <c:idx val="0"/>
          <c:order val="0"/>
          <c:tx>
            <c:v>1分間隔 (小点)</c:v>
          </c:tx>
          <c:spPr>
            <a:solidFill xmlns:a="http://schemas.openxmlformats.org/drawingml/2006/main">
              <a:srgbClr val="666666"/>
            </a:solidFill>
            <a:ln xmlns:a="http://schemas.openxmlformats.org/drawingml/2006/main" w="0">
              <a:noFill/>
            </a:ln>
          </c:spPr>
          <c:marker>
            <c:symbol val="circle"/>
            <c:size val="7"/>
            <c:spPr>
              <a:noFill xmlns:a="http://schemas.openxmlformats.org/drawingml/2006/main"/>
            </c:spPr>
          </c:marker>
          <c:xVal>
            <c:numRef>
              <c:f>'Chart Data'!$A$2:$A$14</c:f>
              <c:numCache>
                <c:formatCode>General</c:formatCode>
                <c:ptCount val="13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</c:numCache>
            </c:numRef>
          </c:xVal>
          <c:yVal>
            <c:numRef>
              <c:f>'Chart Data'!$B$2:$B$14</c:f>
              <c:numCache>
                <c:formatCode>0</c:formatCode>
                <c:ptCount val="13"/>
                <c:pt idx="0">
                  <c:v>700</c:v>
                </c:pt>
                <c:pt idx="1">
                  <c:v>720</c:v>
                </c:pt>
                <c:pt idx="2">
                  <c:v>760</c:v>
                </c:pt>
                <c:pt idx="3">
                  <c:v>820</c:v>
                </c:pt>
                <c:pt idx="4">
                  <c:v>930</c:v>
                </c:pt>
                <c:pt idx="5">
                  <c:v>970</c:v>
                </c:pt>
                <c:pt idx="6">
                  <c:v>1120</c:v>
                </c:pt>
                <c:pt idx="7">
                  <c:v>1080</c:v>
                </c:pt>
                <c:pt idx="8">
                  <c:v>920</c:v>
                </c:pt>
                <c:pt idx="9">
                  <c:v>870</c:v>
                </c:pt>
                <c:pt idx="10">
                  <c:v>820</c:v>
                </c:pt>
                <c:pt idx="11">
                  <c:v>780</c:v>
                </c:pt>
                <c:pt idx="12">
                  <c:v>760</c:v>
                </c:pt>
              </c:numCache>
            </c:numRef>
          </c:yVal>
        </c:ser>
        <c:ser>
          <c:idx val="1"/>
          <c:order val="1"/>
          <c:tx>
            <c:v>5分間隔 (大点)</c:v>
          </c:tx>
          <c:spPr>
            <a:solidFill xmlns:a="http://schemas.openxmlformats.org/drawingml/2006/main">
              <a:srgbClr val="9BBB59"/>
            </a:solidFill>
            <a:ln xmlns:a="http://schemas.openxmlformats.org/drawingml/2006/main" w="0">
              <a:noFill/>
            </a:ln>
          </c:spPr>
          <c:marker>
            <c:symbol val="square"/>
            <c:size val="12"/>
            <c:spPr>
              <a:noFill xmlns:a="http://schemas.openxmlformats.org/drawingml/2006/main"/>
            </c:spPr>
          </c:marker>
          <c:xVal>
            <c:numRef>
              <c:f>'Chart Data'!$C$2:$C$4</c:f>
              <c:numCache>
                <c:formatCode>General</c:formatCode>
                <c:ptCount val="3"/>
                <c:pt idx="0">
                  <c:v>0</c:v>
                </c:pt>
                <c:pt idx="1">
                  <c:v>5</c:v>
                </c:pt>
                <c:pt idx="2">
                  <c:v>10</c:v>
                </c:pt>
              </c:numCache>
            </c:numRef>
          </c:xVal>
          <c:yVal>
            <c:numRef>
              <c:f>'Chart Data'!$D$2:$D$4</c:f>
              <c:numCache>
                <c:formatCode>0</c:formatCode>
                <c:ptCount val="3"/>
                <c:pt idx="0">
                  <c:v>700</c:v>
                </c:pt>
                <c:pt idx="1">
                  <c:v>970</c:v>
                </c:pt>
                <c:pt idx="2">
                  <c:v>820</c:v>
                </c:pt>
              </c:numCache>
            </c:numRef>
          </c:yVal>
        </c:ser>
        <c:ser>
          <c:idx val="2"/>
          <c:order val="2"/>
          <c:tx>
            <c:v>説明用の任意閾値</c:v>
          </c:tx>
          <c:spPr>
            <a:ln xmlns:a="http://schemas.openxmlformats.org/drawingml/2006/main" w="13335">
              <a:solidFill>
                <a:srgbClr val="777777"/>
              </a:solidFill>
              <a:prstDash val="dash"/>
            </a:ln>
          </c:spPr>
          <c:marker>
            <c:symbol val="none"/>
          </c:marker>
          <c:xVal>
            <c:numRef>
              <c:f>'Chart Data'!$E$2:$E$3</c:f>
              <c:numCache>
                <c:formatCode>General</c:formatCode>
                <c:ptCount val="2"/>
                <c:pt idx="0">
                  <c:v>0</c:v>
                </c:pt>
                <c:pt idx="1">
                  <c:v>12</c:v>
                </c:pt>
              </c:numCache>
            </c:numRef>
          </c:xVal>
          <c:yVal>
            <c:numRef>
              <c:f>'Chart Data'!$F$2:$F$3</c:f>
              <c:numCache>
                <c:formatCode>0</c:formatCode>
                <c:ptCount val="2"/>
                <c:pt idx="0">
                  <c:v>1000</c:v>
                </c:pt>
                <c:pt idx="1">
                  <c:v>1000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Noto Sans JP"/>
                  <a:ea typeface="Noto Sans JP"/>
                  <a:cs typeface="Noto Sans JP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200"/>
          <c:min val="60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DDDDD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Noto Sans JP"/>
                    <a:ea typeface="Noto Sans JP"/>
                    <a:cs typeface="Noto Sans JP"/>
                  </a:rPr>
                  <a:t>模擬濃度 [ppm]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Noto Sans JP"/>
                  <a:ea typeface="Noto Sans JP"/>
                  <a:cs typeface="Noto Sans JP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00">
                <a:solidFill>
                  <a:srgbClr val="666666"/>
                </a:solidFill>
                <a:latin typeface="Noto Sans JP"/>
                <a:ea typeface="Noto Sans JP"/>
                <a:cs typeface="Noto Sans JP"/>
              </a:defRPr>
            </a:pPr>
          </a:p>
        </c:txPr>
        <c:crossAx val="48650112"/>
        <c:majorUnit val="200"/>
      </c:valAx>
      <c:valAx>
        <c:axId val="48650112"/>
        <c:scaling>
          <c:orientation val="minMax"/>
          <c:max val="12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Noto Sans JP"/>
                    <a:ea typeface="Noto Sans JP"/>
                    <a:cs typeface="Noto Sans JP"/>
                  </a:rPr>
                  <a:t>時刻 [分]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Noto Sans JP"/>
                  <a:ea typeface="Noto Sans JP"/>
                  <a:cs typeface="Noto Sans JP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00">
                <a:solidFill>
                  <a:srgbClr val="666666"/>
                </a:solidFill>
                <a:latin typeface="Noto Sans JP"/>
                <a:ea typeface="Noto Sans JP"/>
                <a:cs typeface="Noto Sans JP"/>
              </a:defRPr>
            </a:pPr>
          </a:p>
        </c:txPr>
        <c:crossAx val="48672768"/>
        <c:majorUnit val="2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400">
              <a:solidFill>
                <a:srgbClr val="000000"/>
              </a:solidFill>
              <a:latin typeface="Noto Sans JP"/>
              <a:ea typeface="Noto Sans JP"/>
              <a:cs typeface="Noto Sans JP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footer-line">
            <a:extLst xmlns:a="http://schemas.openxmlformats.org/drawingml/2006/main">
              <a:ext uri="{FF2B5EF4-FFF2-40B4-BE49-F238E27FC236}">
                <a16:creationId xmlns:a16="http://schemas.microsoft.com/office/drawing/2014/main" id="{8F357179-878E-452F-8384-2F739A229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13148"/>
            <a:ext cx="9144000" cy="5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BB59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8270a9d7b64cf6"/>
          <a:stretch xmlns:a="http://schemas.openxmlformats.org/drawingml/2006/main"/>
        </p:blipFill>
        <p:spPr>
          <a:xfrm xmlns:a="http://schemas.openxmlformats.org/drawingml/2006/main">
            <a:off x="293522" y="4803343"/>
            <a:ext cx="818388" cy="229821"/>
          </a:xfrm>
          <a:prstGeom xmlns:a="http://schemas.openxmlformats.org/drawingml/2006/main" prst="rect">
            <a:avLst/>
          </a:prstGeom>
        </p:spPr>
      </p:pic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043417D8-0F3D-4D6B-9D33-DBA342F74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1307" y="4767682"/>
            <a:ext cx="2133295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4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4" name="fictional-disclosure">
            <a:extLst xmlns:a="http://schemas.openxmlformats.org/drawingml/2006/main">
              <a:ext uri="{FF2B5EF4-FFF2-40B4-BE49-F238E27FC236}">
                <a16:creationId xmlns:a16="http://schemas.microsoft.com/office/drawing/2014/main" id="{A32A8AD2-34C3-4FC8-BFAC-63C2B92A0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7202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6666"/>
                </a:solidFill>
                <a:latin typeface="Noto Sans JP"/>
                <a:ea typeface="Noto Sans JP"/>
                <a:cs typeface="Noto Sans JP"/>
              </a:defRPr>
            </a:pPr>
            <a:r>
              <a:rPr sz="1050" b="0">
                <a:solidFill>
                  <a:srgbClr val="666666"/>
                </a:solidFill>
                <a:latin typeface="Noto Sans JP"/>
                <a:ea typeface="Noto Sans JP"/>
                <a:cs typeface="Noto Sans JP"/>
              </a:rPr>
              <a:t>架空作例・合成データ</a:t>
            </a:r>
          </a:p>
        </p:txBody>
      </p:sp>
      <p:sp>
        <p:nvSpPr>
          <p:cNvPr id="5" name="venue">
            <a:extLst xmlns:a="http://schemas.openxmlformats.org/drawingml/2006/main">
              <a:ext uri="{FF2B5EF4-FFF2-40B4-BE49-F238E27FC236}">
                <a16:creationId xmlns:a16="http://schemas.microsoft.com/office/drawing/2014/main" id="{B1F91693-4000-40D1-B47C-27D5AA9A7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809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000000"/>
                </a:solidFill>
                <a:latin typeface="Noto Sans JP"/>
                <a:ea typeface="Noto Sans JP"/>
                <a:cs typeface="Noto Sans JP"/>
              </a:rPr>
              <a:t>研究発表の視覚作例</a:t>
            </a:r>
          </a:p>
        </p:txBody>
      </p:sp>
      <p:sp>
        <p:nvSpPr>
          <p:cNvPr id="6" name="topic">
            <a:extLst xmlns:a="http://schemas.openxmlformats.org/drawingml/2006/main">
              <a:ext uri="{FF2B5EF4-FFF2-40B4-BE49-F238E27FC236}">
                <a16:creationId xmlns:a16="http://schemas.microsoft.com/office/drawing/2014/main" id="{8B95D187-6723-4548-BAC8-E3CEF5C58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14577"/>
            <a:ext cx="7772400" cy="110276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BB5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900" b="1">
                <a:solidFill>
                  <a:srgbClr val="000000"/>
                </a:solidFill>
                <a:latin typeface="Noto Sans JP"/>
                <a:ea typeface="Noto Sans JP"/>
                <a:cs typeface="Noto Sans JP"/>
              </a:defRPr>
            </a:pPr>
            <a:r>
              <a:rPr sz="2900" b="1">
                <a:solidFill>
                  <a:srgbClr val="000000"/>
                </a:solidFill>
                <a:latin typeface="Noto Sans JP"/>
                <a:ea typeface="Noto Sans JP"/>
                <a:cs typeface="Noto Sans JP"/>
              </a:rPr>
              <a:t>室内環境ログの記録間隔</a:t>
            </a:r>
          </a:p>
          <a:p xmlns:a="http://schemas.openxmlformats.org/drawingml/2006/main">
            <a:pPr algn="ctr">
              <a:defRPr sz="2900" b="1">
                <a:solidFill>
                  <a:srgbClr val="000000"/>
                </a:solidFill>
                <a:latin typeface="Noto Sans JP"/>
                <a:ea typeface="Noto Sans JP"/>
                <a:cs typeface="Noto Sans JP"/>
              </a:defRPr>
            </a:pPr>
            <a:r>
              <a:rPr sz="2900" b="1">
                <a:solidFill>
                  <a:srgbClr val="000000"/>
                </a:solidFill>
                <a:latin typeface="Noto Sans JP"/>
                <a:ea typeface="Noto Sans JP"/>
                <a:cs typeface="Noto Sans JP"/>
              </a:rPr>
              <a:t>合成データを用いた予備検討</a:t>
            </a:r>
          </a:p>
        </p:txBody>
      </p:sp>
      <p:sp>
        <p:nvSpPr>
          <p:cNvPr id="7" name="affiliation">
            <a:extLst xmlns:a="http://schemas.openxmlformats.org/drawingml/2006/main">
              <a:ext uri="{FF2B5EF4-FFF2-40B4-BE49-F238E27FC236}">
                <a16:creationId xmlns:a16="http://schemas.microsoft.com/office/drawing/2014/main" id="{BF863106-D845-41DD-A022-C6E8F067E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943225"/>
            <a:ext cx="5905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9999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000000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000000"/>
                </a:solidFill>
                <a:latin typeface="Noto Sans JP"/>
                <a:ea typeface="Noto Sans JP"/>
                <a:cs typeface="Noto Sans JP"/>
              </a:rPr>
              <a:t>CPS LAB スタイル見本</a:t>
            </a:r>
          </a:p>
        </p:txBody>
      </p:sp>
      <p:sp>
        <p:nvSpPr>
          <p:cNvPr id="8" name="author">
            <a:extLst xmlns:a="http://schemas.openxmlformats.org/drawingml/2006/main">
              <a:ext uri="{FF2B5EF4-FFF2-40B4-BE49-F238E27FC236}">
                <a16:creationId xmlns:a16="http://schemas.microsoft.com/office/drawing/2014/main" id="{4C784FBB-0459-4D10-90F9-6EC5C684A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448050"/>
            <a:ext cx="5905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9999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000000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000000"/>
                </a:solidFill>
                <a:latin typeface="Noto Sans JP"/>
                <a:ea typeface="Noto Sans JP"/>
                <a:cs typeface="Noto Sans JP"/>
              </a:rPr>
              <a:t>架空の発表者</a:t>
            </a:r>
          </a:p>
        </p:txBody>
      </p:sp>
    </p:spTree>
    <p:extLst>
      <p:ext uri="{BB962C8B-B14F-4D97-AF65-F5344CB8AC3E}">
        <p14:creationId xmlns:p14="http://schemas.microsoft.com/office/powerpoint/2010/main" val="50872745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992f185ab44915"/>
          <a:stretch xmlns:a="http://schemas.openxmlformats.org/drawingml/2006/main"/>
        </p:blipFill>
        <p:spPr>
          <a:xfrm xmlns:a="http://schemas.openxmlformats.org/drawingml/2006/main">
            <a:off x="7697419" y="220370"/>
            <a:ext cx="1107338" cy="310965"/>
          </a:xfrm>
          <a:prstGeom xmlns:a="http://schemas.openxmlformats.org/drawingml/2006/main" prst="rect">
            <a:avLst/>
          </a:prstGeom>
        </p:spPr>
      </p:pic>
      <p:sp>
        <p:nvSpPr>
          <p:cNvPr id="2" name="page">
            <a:extLst xmlns:a="http://schemas.openxmlformats.org/drawingml/2006/main">
              <a:ext uri="{FF2B5EF4-FFF2-40B4-BE49-F238E27FC236}">
                <a16:creationId xmlns:a16="http://schemas.microsoft.com/office/drawing/2014/main" id="{085D24AD-B68D-4F57-8C0B-1E4A99D62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1307" y="4767682"/>
            <a:ext cx="2133295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4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3" name="fictional-disclosure">
            <a:extLst xmlns:a="http://schemas.openxmlformats.org/drawingml/2006/main">
              <a:ext uri="{FF2B5EF4-FFF2-40B4-BE49-F238E27FC236}">
                <a16:creationId xmlns:a16="http://schemas.microsoft.com/office/drawing/2014/main" id="{34C025F1-7070-448E-980D-9D80BBAB3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7202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6666"/>
                </a:solidFill>
                <a:latin typeface="Noto Sans JP"/>
                <a:ea typeface="Noto Sans JP"/>
                <a:cs typeface="Noto Sans JP"/>
              </a:defRPr>
            </a:pPr>
            <a:r>
              <a:rPr sz="1050" b="0">
                <a:solidFill>
                  <a:srgbClr val="666666"/>
                </a:solidFill>
                <a:latin typeface="Noto Sans JP"/>
                <a:ea typeface="Noto Sans JP"/>
                <a:cs typeface="Noto Sans JP"/>
              </a:rPr>
              <a:t>架空作例・合成データ</a:t>
            </a:r>
          </a:p>
        </p:txBody>
      </p:sp>
      <p:sp>
        <p:nvSpPr>
          <p:cNvPr id="4" name="chapter">
            <a:extLst xmlns:a="http://schemas.openxmlformats.org/drawingml/2006/main">
              <a:ext uri="{FF2B5EF4-FFF2-40B4-BE49-F238E27FC236}">
                <a16:creationId xmlns:a16="http://schemas.microsoft.com/office/drawing/2014/main" id="{71EA15E1-147F-4230-9C51-85E512697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" y="3305556"/>
            <a:ext cx="7772400" cy="102138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BB5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4000" b="1">
                <a:solidFill>
                  <a:srgbClr val="000000"/>
                </a:solidFill>
                <a:latin typeface="Noto Sans JP"/>
                <a:ea typeface="Noto Sans JP"/>
                <a:cs typeface="Noto Sans JP"/>
              </a:defRPr>
            </a:pPr>
            <a:r>
              <a:rPr sz="4000" b="1">
                <a:solidFill>
                  <a:srgbClr val="000000"/>
                </a:solidFill>
                <a:latin typeface="Noto Sans JP"/>
                <a:ea typeface="Noto Sans JP"/>
                <a:cs typeface="Noto Sans JP"/>
              </a:rPr>
              <a:t>記録間隔の比較</a:t>
            </a:r>
          </a:p>
        </p:txBody>
      </p:sp>
    </p:spTree>
    <p:extLst>
      <p:ext uri="{BB962C8B-B14F-4D97-AF65-F5344CB8AC3E}">
        <p14:creationId xmlns:p14="http://schemas.microsoft.com/office/powerpoint/2010/main" val="214656348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footer-line">
            <a:extLst xmlns:a="http://schemas.openxmlformats.org/drawingml/2006/main">
              <a:ext uri="{FF2B5EF4-FFF2-40B4-BE49-F238E27FC236}">
                <a16:creationId xmlns:a16="http://schemas.microsoft.com/office/drawing/2014/main" id="{19CFCB3C-38B6-4C57-A17E-9C1894589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13148"/>
            <a:ext cx="9144000" cy="5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BB59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44ba8fb2134889"/>
          <a:stretch xmlns:a="http://schemas.openxmlformats.org/drawingml/2006/main"/>
        </p:blipFill>
        <p:spPr>
          <a:xfrm xmlns:a="http://schemas.openxmlformats.org/drawingml/2006/main">
            <a:off x="293522" y="4803343"/>
            <a:ext cx="818388" cy="229821"/>
          </a:xfrm>
          <a:prstGeom xmlns:a="http://schemas.openxmlformats.org/drawingml/2006/main" prst="rect">
            <a:avLst/>
          </a:prstGeom>
        </p:spPr>
      </p:pic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1187B9F6-6284-4777-BC74-8F0479FC3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1307" y="4767682"/>
            <a:ext cx="2133295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4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4" name="fictional-disclosure">
            <a:extLst xmlns:a="http://schemas.openxmlformats.org/drawingml/2006/main">
              <a:ext uri="{FF2B5EF4-FFF2-40B4-BE49-F238E27FC236}">
                <a16:creationId xmlns:a16="http://schemas.microsoft.com/office/drawing/2014/main" id="{23DB5CBB-D0E8-4542-88CE-88E62EFF9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7202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6666"/>
                </a:solidFill>
                <a:latin typeface="Noto Sans JP"/>
                <a:ea typeface="Noto Sans JP"/>
                <a:cs typeface="Noto Sans JP"/>
              </a:defRPr>
            </a:pPr>
            <a:r>
              <a:rPr sz="1050" b="0">
                <a:solidFill>
                  <a:srgbClr val="666666"/>
                </a:solidFill>
                <a:latin typeface="Noto Sans JP"/>
                <a:ea typeface="Noto Sans JP"/>
                <a:cs typeface="Noto Sans JP"/>
              </a:rPr>
              <a:t>架空作例・合成データ</a:t>
            </a:r>
          </a:p>
        </p:txBody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E0CD2627-3436-4438-8099-EEE79C41E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" y="9525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00000"/>
                </a:solidFill>
                <a:latin typeface="Noto Sans JP"/>
                <a:ea typeface="Noto Sans JP"/>
                <a:cs typeface="Noto Sans JP"/>
              </a:defRPr>
            </a:pPr>
            <a:r>
              <a:rPr sz="2700" b="1">
                <a:solidFill>
                  <a:srgbClr val="000000"/>
                </a:solidFill>
                <a:latin typeface="Noto Sans JP"/>
                <a:ea typeface="Noto Sans JP"/>
                <a:cs typeface="Noto Sans JP"/>
              </a:rPr>
              <a:t>同じ入力の間引き</a:t>
            </a:r>
          </a:p>
        </p:txBody>
      </p:sp>
      <p:sp>
        <p:nvSpPr>
          <p:cNvPr id="6" name="message">
            <a:extLst xmlns:a="http://schemas.openxmlformats.org/drawingml/2006/main">
              <a:ext uri="{FF2B5EF4-FFF2-40B4-BE49-F238E27FC236}">
                <a16:creationId xmlns:a16="http://schemas.microsoft.com/office/drawing/2014/main" id="{5C137A1F-C697-42C4-B1CB-D7925A4B6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19150"/>
            <a:ext cx="8229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00" b="1">
                <a:solidFill>
                  <a:srgbClr val="000000"/>
                </a:solidFill>
                <a:latin typeface="Noto Sans JP"/>
                <a:ea typeface="Noto Sans JP"/>
                <a:cs typeface="Noto Sans JP"/>
              </a:defRPr>
            </a:pPr>
            <a:r>
              <a:rPr sz="1900" b="1">
                <a:solidFill>
                  <a:srgbClr val="000000"/>
                </a:solidFill>
                <a:latin typeface="Noto Sans JP"/>
                <a:ea typeface="Noto Sans JP"/>
                <a:cs typeface="Noto Sans JP"/>
              </a:rPr>
              <a:t>全13点から、0・5・10分の3点だけを保持する</a:t>
            </a:r>
          </a:p>
        </p:txBody>
      </p:sp>
      <p:sp>
        <p:nvSpPr>
          <p:cNvPr id="7" name="all-label">
            <a:extLst xmlns:a="http://schemas.openxmlformats.org/drawingml/2006/main">
              <a:ext uri="{FF2B5EF4-FFF2-40B4-BE49-F238E27FC236}">
                <a16:creationId xmlns:a16="http://schemas.microsoft.com/office/drawing/2014/main" id="{C24C6F6A-7185-430B-B68A-78295A38A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14500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1">
                <a:solidFill>
                  <a:srgbClr val="000000"/>
                </a:solidFill>
                <a:latin typeface="Noto Sans JP"/>
                <a:ea typeface="Noto Sans JP"/>
                <a:cs typeface="Noto Sans JP"/>
              </a:rPr>
              <a:t>1分間隔の入力</a:t>
            </a:r>
          </a:p>
        </p:txBody>
      </p:sp>
      <p:sp>
        <p:nvSpPr>
          <p:cNvPr id="8" name="kept-label">
            <a:extLst xmlns:a="http://schemas.openxmlformats.org/drawingml/2006/main">
              <a:ext uri="{FF2B5EF4-FFF2-40B4-BE49-F238E27FC236}">
                <a16:creationId xmlns:a16="http://schemas.microsoft.com/office/drawing/2014/main" id="{DDC64405-ECF1-4EE7-BA48-422DEEB9E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95625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1">
                <a:solidFill>
                  <a:srgbClr val="000000"/>
                </a:solidFill>
                <a:latin typeface="Noto Sans JP"/>
                <a:ea typeface="Noto Sans JP"/>
                <a:cs typeface="Noto Sans JP"/>
              </a:rPr>
              <a:t>5分間隔で保持</a:t>
            </a:r>
          </a:p>
        </p:txBody>
      </p:sp>
      <p:sp>
        <p:nvSpPr>
          <p:cNvPr id="9" name="input-0">
            <a:extLst xmlns:a="http://schemas.openxmlformats.org/drawingml/2006/main">
              <a:ext uri="{FF2B5EF4-FFF2-40B4-BE49-F238E27FC236}">
                <a16:creationId xmlns:a16="http://schemas.microsoft.com/office/drawing/2014/main" id="{43402561-F892-4F99-8B26-1E284F2F0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8859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66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minute-0">
            <a:extLst xmlns:a="http://schemas.openxmlformats.org/drawingml/2006/main">
              <a:ext uri="{FF2B5EF4-FFF2-40B4-BE49-F238E27FC236}">
                <a16:creationId xmlns:a16="http://schemas.microsoft.com/office/drawing/2014/main" id="{0A43F9F0-32B5-4676-838A-28DD3D96F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57162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0">
                <a:solidFill>
                  <a:srgbClr val="666666"/>
                </a:solidFill>
                <a:latin typeface="Noto Sans JP"/>
                <a:ea typeface="Noto Sans JP"/>
                <a:cs typeface="Noto Sans JP"/>
              </a:defRPr>
            </a:pPr>
            <a:r>
              <a:rPr sz="1400" b="0">
                <a:solidFill>
                  <a:srgbClr val="666666"/>
                </a:solidFill>
                <a:latin typeface="Noto Sans JP"/>
                <a:ea typeface="Noto Sans JP"/>
                <a:cs typeface="Noto Sans JP"/>
              </a:rPr>
              <a:t>0</a:t>
            </a:r>
          </a:p>
        </p:txBody>
      </p:sp>
      <p:sp>
        <p:nvSpPr>
          <p:cNvPr id="11" name="retained-0">
            <a:extLst xmlns:a="http://schemas.openxmlformats.org/drawingml/2006/main">
              <a:ext uri="{FF2B5EF4-FFF2-40B4-BE49-F238E27FC236}">
                <a16:creationId xmlns:a16="http://schemas.microsoft.com/office/drawing/2014/main" id="{25346D07-B942-4A0C-B04A-2673EBF78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257550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BB59"/>
          </a:solidFill>
          <a:ln xmlns:a="http://schemas.openxmlformats.org/drawingml/2006/main" w="11430">
            <a:solidFill>
              <a:srgbClr val="000000"/>
            </a:solidFill>
            <a:prstDash val="solid"/>
          </a:ln>
        </p:spPr>
      </p:sp>
      <p:cxnSp>
        <p:nvCxnSpPr>
          <p:cNvPr id="55" name=""/>
          <p:cNvCxnSpPr>
            <a:stCxn xmlns:a="http://schemas.openxmlformats.org/drawingml/2006/main" id="9" idx="4"/>
            <a:endCxn xmlns:a="http://schemas.openxmlformats.org/drawingml/2006/main" id="11" idx="0"/>
          </p:cNvCxnSpPr>
          <p:nvPr/>
        </p:nvCxnSpPr>
        <p:spPr>
          <a:xfrm xmlns:a="http://schemas.openxmlformats.org/drawingml/2006/main">
            <a:off x="3324225" y="2057400"/>
            <a:ext cx="0" cy="120015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666666"/>
            </a:solidFill>
            <a:tailEnd type="triangle" w="sm" len="sm"/>
          </a:ln>
        </p:spPr>
      </p:cxnSp>
      <p:sp>
        <p:nvSpPr>
          <p:cNvPr id="13" name="input-1">
            <a:extLst xmlns:a="http://schemas.openxmlformats.org/drawingml/2006/main">
              <a:ext uri="{FF2B5EF4-FFF2-40B4-BE49-F238E27FC236}">
                <a16:creationId xmlns:a16="http://schemas.microsoft.com/office/drawing/2014/main" id="{79C97F8E-5414-4943-BB31-DEC14B6A8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8859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66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minute-1">
            <a:extLst xmlns:a="http://schemas.openxmlformats.org/drawingml/2006/main">
              <a:ext uri="{FF2B5EF4-FFF2-40B4-BE49-F238E27FC236}">
                <a16:creationId xmlns:a16="http://schemas.microsoft.com/office/drawing/2014/main" id="{8364F798-88E0-4C19-865F-FB6BC1225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157162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0">
                <a:solidFill>
                  <a:srgbClr val="666666"/>
                </a:solidFill>
                <a:latin typeface="Noto Sans JP"/>
                <a:ea typeface="Noto Sans JP"/>
                <a:cs typeface="Noto Sans JP"/>
              </a:defRPr>
            </a:pPr>
            <a:r>
              <a:rPr sz="1400" b="0">
                <a:solidFill>
                  <a:srgbClr val="666666"/>
                </a:solidFill>
                <a:latin typeface="Noto Sans JP"/>
                <a:ea typeface="Noto Sans JP"/>
                <a:cs typeface="Noto Sans JP"/>
              </a:rPr>
              <a:t>1</a:t>
            </a:r>
          </a:p>
        </p:txBody>
      </p:sp>
      <p:sp>
        <p:nvSpPr>
          <p:cNvPr id="15" name="input-2">
            <a:extLst xmlns:a="http://schemas.openxmlformats.org/drawingml/2006/main">
              <a:ext uri="{FF2B5EF4-FFF2-40B4-BE49-F238E27FC236}">
                <a16:creationId xmlns:a16="http://schemas.microsoft.com/office/drawing/2014/main" id="{2D1DCB6E-1DC9-4CEF-820D-CAD082752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18859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66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minute-2">
            <a:extLst xmlns:a="http://schemas.openxmlformats.org/drawingml/2006/main">
              <a:ext uri="{FF2B5EF4-FFF2-40B4-BE49-F238E27FC236}">
                <a16:creationId xmlns:a16="http://schemas.microsoft.com/office/drawing/2014/main" id="{C43A4954-2F56-4229-8ABB-2978FD95E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157162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0">
                <a:solidFill>
                  <a:srgbClr val="666666"/>
                </a:solidFill>
                <a:latin typeface="Noto Sans JP"/>
                <a:ea typeface="Noto Sans JP"/>
                <a:cs typeface="Noto Sans JP"/>
              </a:defRPr>
            </a:pPr>
            <a:r>
              <a:rPr sz="1400" b="0">
                <a:solidFill>
                  <a:srgbClr val="666666"/>
                </a:solidFill>
                <a:latin typeface="Noto Sans JP"/>
                <a:ea typeface="Noto Sans JP"/>
                <a:cs typeface="Noto Sans JP"/>
              </a:rPr>
              <a:t>2</a:t>
            </a:r>
          </a:p>
        </p:txBody>
      </p:sp>
      <p:sp>
        <p:nvSpPr>
          <p:cNvPr id="17" name="input-3">
            <a:extLst xmlns:a="http://schemas.openxmlformats.org/drawingml/2006/main">
              <a:ext uri="{FF2B5EF4-FFF2-40B4-BE49-F238E27FC236}">
                <a16:creationId xmlns:a16="http://schemas.microsoft.com/office/drawing/2014/main" id="{F21BF0F8-6F2E-4129-9097-861594155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8859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66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minute-3">
            <a:extLst xmlns:a="http://schemas.openxmlformats.org/drawingml/2006/main">
              <a:ext uri="{FF2B5EF4-FFF2-40B4-BE49-F238E27FC236}">
                <a16:creationId xmlns:a16="http://schemas.microsoft.com/office/drawing/2014/main" id="{EF8696F1-1B9E-48A4-9021-3C88822BC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57162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0">
                <a:solidFill>
                  <a:srgbClr val="666666"/>
                </a:solidFill>
                <a:latin typeface="Noto Sans JP"/>
                <a:ea typeface="Noto Sans JP"/>
                <a:cs typeface="Noto Sans JP"/>
              </a:defRPr>
            </a:pPr>
            <a:r>
              <a:rPr sz="1400" b="0">
                <a:solidFill>
                  <a:srgbClr val="666666"/>
                </a:solidFill>
                <a:latin typeface="Noto Sans JP"/>
                <a:ea typeface="Noto Sans JP"/>
                <a:cs typeface="Noto Sans JP"/>
              </a:rPr>
              <a:t>3</a:t>
            </a:r>
          </a:p>
        </p:txBody>
      </p:sp>
      <p:sp>
        <p:nvSpPr>
          <p:cNvPr id="19" name="input-4">
            <a:extLst xmlns:a="http://schemas.openxmlformats.org/drawingml/2006/main">
              <a:ext uri="{FF2B5EF4-FFF2-40B4-BE49-F238E27FC236}">
                <a16:creationId xmlns:a16="http://schemas.microsoft.com/office/drawing/2014/main" id="{9DC4DCA3-9AFB-4ADB-AC59-9155F2B88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18859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66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minute-4">
            <a:extLst xmlns:a="http://schemas.openxmlformats.org/drawingml/2006/main">
              <a:ext uri="{FF2B5EF4-FFF2-40B4-BE49-F238E27FC236}">
                <a16:creationId xmlns:a16="http://schemas.microsoft.com/office/drawing/2014/main" id="{7C02E23A-BF68-4BA3-B996-B16E93151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157162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0">
                <a:solidFill>
                  <a:srgbClr val="666666"/>
                </a:solidFill>
                <a:latin typeface="Noto Sans JP"/>
                <a:ea typeface="Noto Sans JP"/>
                <a:cs typeface="Noto Sans JP"/>
              </a:defRPr>
            </a:pPr>
            <a:r>
              <a:rPr sz="1400" b="0">
                <a:solidFill>
                  <a:srgbClr val="666666"/>
                </a:solidFill>
                <a:latin typeface="Noto Sans JP"/>
                <a:ea typeface="Noto Sans JP"/>
                <a:cs typeface="Noto Sans JP"/>
              </a:rPr>
              <a:t>4</a:t>
            </a:r>
          </a:p>
        </p:txBody>
      </p:sp>
      <p:sp>
        <p:nvSpPr>
          <p:cNvPr id="21" name="input-5">
            <a:extLst xmlns:a="http://schemas.openxmlformats.org/drawingml/2006/main">
              <a:ext uri="{FF2B5EF4-FFF2-40B4-BE49-F238E27FC236}">
                <a16:creationId xmlns:a16="http://schemas.microsoft.com/office/drawing/2014/main" id="{E6BF73B7-5D4B-445F-9428-8D2577AE3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18859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66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minute-5">
            <a:extLst xmlns:a="http://schemas.openxmlformats.org/drawingml/2006/main">
              <a:ext uri="{FF2B5EF4-FFF2-40B4-BE49-F238E27FC236}">
                <a16:creationId xmlns:a16="http://schemas.microsoft.com/office/drawing/2014/main" id="{46A75543-7BB6-47AD-9DA2-37E447C6D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57162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0">
                <a:solidFill>
                  <a:srgbClr val="666666"/>
                </a:solidFill>
                <a:latin typeface="Noto Sans JP"/>
                <a:ea typeface="Noto Sans JP"/>
                <a:cs typeface="Noto Sans JP"/>
              </a:defRPr>
            </a:pPr>
            <a:r>
              <a:rPr sz="1400" b="0">
                <a:solidFill>
                  <a:srgbClr val="666666"/>
                </a:solidFill>
                <a:latin typeface="Noto Sans JP"/>
                <a:ea typeface="Noto Sans JP"/>
                <a:cs typeface="Noto Sans JP"/>
              </a:rPr>
              <a:t>5</a:t>
            </a:r>
          </a:p>
        </p:txBody>
      </p:sp>
      <p:sp>
        <p:nvSpPr>
          <p:cNvPr id="23" name="retained-5">
            <a:extLst xmlns:a="http://schemas.openxmlformats.org/drawingml/2006/main">
              <a:ext uri="{FF2B5EF4-FFF2-40B4-BE49-F238E27FC236}">
                <a16:creationId xmlns:a16="http://schemas.microsoft.com/office/drawing/2014/main" id="{5A7485E9-7901-40DB-B152-C3AF54E5F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257550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BB59"/>
          </a:solidFill>
          <a:ln xmlns:a="http://schemas.openxmlformats.org/drawingml/2006/main" w="11430">
            <a:solidFill>
              <a:srgbClr val="000000"/>
            </a:solidFill>
            <a:prstDash val="solid"/>
          </a:ln>
        </p:spPr>
      </p:sp>
      <p:cxnSp>
        <p:nvCxnSpPr>
          <p:cNvPr id="67" name=""/>
          <p:cNvCxnSpPr>
            <a:stCxn xmlns:a="http://schemas.openxmlformats.org/drawingml/2006/main" id="21" idx="4"/>
            <a:endCxn xmlns:a="http://schemas.openxmlformats.org/drawingml/2006/main" id="23" idx="0"/>
          </p:cNvCxnSpPr>
          <p:nvPr/>
        </p:nvCxnSpPr>
        <p:spPr>
          <a:xfrm xmlns:a="http://schemas.openxmlformats.org/drawingml/2006/main">
            <a:off x="5324475" y="2057400"/>
            <a:ext cx="0" cy="120015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666666"/>
            </a:solidFill>
            <a:tailEnd type="triangle" w="sm" len="sm"/>
          </a:ln>
        </p:spPr>
      </p:cxnSp>
      <p:sp>
        <p:nvSpPr>
          <p:cNvPr id="25" name="input-6">
            <a:extLst xmlns:a="http://schemas.openxmlformats.org/drawingml/2006/main">
              <a:ext uri="{FF2B5EF4-FFF2-40B4-BE49-F238E27FC236}">
                <a16:creationId xmlns:a16="http://schemas.microsoft.com/office/drawing/2014/main" id="{405890CE-BBDD-4667-94D0-717263E07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18859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66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minute-6">
            <a:extLst xmlns:a="http://schemas.openxmlformats.org/drawingml/2006/main">
              <a:ext uri="{FF2B5EF4-FFF2-40B4-BE49-F238E27FC236}">
                <a16:creationId xmlns:a16="http://schemas.microsoft.com/office/drawing/2014/main" id="{0A2C1743-EA5A-43D0-8194-EFDC97535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157162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0">
                <a:solidFill>
                  <a:srgbClr val="666666"/>
                </a:solidFill>
                <a:latin typeface="Noto Sans JP"/>
                <a:ea typeface="Noto Sans JP"/>
                <a:cs typeface="Noto Sans JP"/>
              </a:defRPr>
            </a:pPr>
            <a:r>
              <a:rPr sz="1400" b="0">
                <a:solidFill>
                  <a:srgbClr val="666666"/>
                </a:solidFill>
                <a:latin typeface="Noto Sans JP"/>
                <a:ea typeface="Noto Sans JP"/>
                <a:cs typeface="Noto Sans JP"/>
              </a:rPr>
              <a:t>6</a:t>
            </a:r>
          </a:p>
        </p:txBody>
      </p:sp>
      <p:sp>
        <p:nvSpPr>
          <p:cNvPr id="27" name="input-7">
            <a:extLst xmlns:a="http://schemas.openxmlformats.org/drawingml/2006/main">
              <a:ext uri="{FF2B5EF4-FFF2-40B4-BE49-F238E27FC236}">
                <a16:creationId xmlns:a16="http://schemas.microsoft.com/office/drawing/2014/main" id="{8528D765-5522-445B-A4E2-E68E72063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8859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66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minute-7">
            <a:extLst xmlns:a="http://schemas.openxmlformats.org/drawingml/2006/main">
              <a:ext uri="{FF2B5EF4-FFF2-40B4-BE49-F238E27FC236}">
                <a16:creationId xmlns:a16="http://schemas.microsoft.com/office/drawing/2014/main" id="{891C894B-8960-4FC7-A68C-092CDC1FB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57162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0">
                <a:solidFill>
                  <a:srgbClr val="666666"/>
                </a:solidFill>
                <a:latin typeface="Noto Sans JP"/>
                <a:ea typeface="Noto Sans JP"/>
                <a:cs typeface="Noto Sans JP"/>
              </a:defRPr>
            </a:pPr>
            <a:r>
              <a:rPr sz="1400" b="0">
                <a:solidFill>
                  <a:srgbClr val="666666"/>
                </a:solidFill>
                <a:latin typeface="Noto Sans JP"/>
                <a:ea typeface="Noto Sans JP"/>
                <a:cs typeface="Noto Sans JP"/>
              </a:rPr>
              <a:t>7</a:t>
            </a:r>
          </a:p>
        </p:txBody>
      </p:sp>
      <p:sp>
        <p:nvSpPr>
          <p:cNvPr id="29" name="input-8">
            <a:extLst xmlns:a="http://schemas.openxmlformats.org/drawingml/2006/main">
              <a:ext uri="{FF2B5EF4-FFF2-40B4-BE49-F238E27FC236}">
                <a16:creationId xmlns:a16="http://schemas.microsoft.com/office/drawing/2014/main" id="{E40E2ABE-FD06-4D71-A4B9-456E20348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8859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66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minute-8">
            <a:extLst xmlns:a="http://schemas.openxmlformats.org/drawingml/2006/main">
              <a:ext uri="{FF2B5EF4-FFF2-40B4-BE49-F238E27FC236}">
                <a16:creationId xmlns:a16="http://schemas.microsoft.com/office/drawing/2014/main" id="{F49D9BF3-8666-4FC1-959D-B637F1006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57162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0">
                <a:solidFill>
                  <a:srgbClr val="666666"/>
                </a:solidFill>
                <a:latin typeface="Noto Sans JP"/>
                <a:ea typeface="Noto Sans JP"/>
                <a:cs typeface="Noto Sans JP"/>
              </a:defRPr>
            </a:pPr>
            <a:r>
              <a:rPr sz="1400" b="0">
                <a:solidFill>
                  <a:srgbClr val="666666"/>
                </a:solidFill>
                <a:latin typeface="Noto Sans JP"/>
                <a:ea typeface="Noto Sans JP"/>
                <a:cs typeface="Noto Sans JP"/>
              </a:rPr>
              <a:t>8</a:t>
            </a:r>
          </a:p>
        </p:txBody>
      </p:sp>
      <p:sp>
        <p:nvSpPr>
          <p:cNvPr id="31" name="input-9">
            <a:extLst xmlns:a="http://schemas.openxmlformats.org/drawingml/2006/main">
              <a:ext uri="{FF2B5EF4-FFF2-40B4-BE49-F238E27FC236}">
                <a16:creationId xmlns:a16="http://schemas.microsoft.com/office/drawing/2014/main" id="{9AD14D41-9367-4101-95A7-BAD190EC9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8859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66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minute-9">
            <a:extLst xmlns:a="http://schemas.openxmlformats.org/drawingml/2006/main">
              <a:ext uri="{FF2B5EF4-FFF2-40B4-BE49-F238E27FC236}">
                <a16:creationId xmlns:a16="http://schemas.microsoft.com/office/drawing/2014/main" id="{C984C232-01D5-424E-825B-5F5CD5E57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57162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0">
                <a:solidFill>
                  <a:srgbClr val="666666"/>
                </a:solidFill>
                <a:latin typeface="Noto Sans JP"/>
                <a:ea typeface="Noto Sans JP"/>
                <a:cs typeface="Noto Sans JP"/>
              </a:defRPr>
            </a:pPr>
            <a:r>
              <a:rPr sz="1400" b="0">
                <a:solidFill>
                  <a:srgbClr val="666666"/>
                </a:solidFill>
                <a:latin typeface="Noto Sans JP"/>
                <a:ea typeface="Noto Sans JP"/>
                <a:cs typeface="Noto Sans JP"/>
              </a:rPr>
              <a:t>9</a:t>
            </a:r>
          </a:p>
        </p:txBody>
      </p:sp>
      <p:sp>
        <p:nvSpPr>
          <p:cNvPr id="33" name="input-10">
            <a:extLst xmlns:a="http://schemas.openxmlformats.org/drawingml/2006/main">
              <a:ext uri="{FF2B5EF4-FFF2-40B4-BE49-F238E27FC236}">
                <a16:creationId xmlns:a16="http://schemas.microsoft.com/office/drawing/2014/main" id="{821F7AC6-2388-4388-B02F-B886827F4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8859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66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minute-10">
            <a:extLst xmlns:a="http://schemas.openxmlformats.org/drawingml/2006/main">
              <a:ext uri="{FF2B5EF4-FFF2-40B4-BE49-F238E27FC236}">
                <a16:creationId xmlns:a16="http://schemas.microsoft.com/office/drawing/2014/main" id="{7DC8EFB3-A173-4E22-8935-D0708A5EE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57162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0">
                <a:solidFill>
                  <a:srgbClr val="666666"/>
                </a:solidFill>
                <a:latin typeface="Noto Sans JP"/>
                <a:ea typeface="Noto Sans JP"/>
                <a:cs typeface="Noto Sans JP"/>
              </a:defRPr>
            </a:pPr>
            <a:r>
              <a:rPr sz="1400" b="0">
                <a:solidFill>
                  <a:srgbClr val="666666"/>
                </a:solidFill>
                <a:latin typeface="Noto Sans JP"/>
                <a:ea typeface="Noto Sans JP"/>
                <a:cs typeface="Noto Sans JP"/>
              </a:rPr>
              <a:t>10</a:t>
            </a:r>
          </a:p>
        </p:txBody>
      </p:sp>
      <p:sp>
        <p:nvSpPr>
          <p:cNvPr id="35" name="retained-10">
            <a:extLst xmlns:a="http://schemas.openxmlformats.org/drawingml/2006/main">
              <a:ext uri="{FF2B5EF4-FFF2-40B4-BE49-F238E27FC236}">
                <a16:creationId xmlns:a16="http://schemas.microsoft.com/office/drawing/2014/main" id="{0EEDA5E0-556A-42C9-9C13-7757C4340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257550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BB59"/>
          </a:solidFill>
          <a:ln xmlns:a="http://schemas.openxmlformats.org/drawingml/2006/main" w="11430">
            <a:solidFill>
              <a:srgbClr val="000000"/>
            </a:solidFill>
            <a:prstDash val="solid"/>
          </a:ln>
        </p:spPr>
      </p:sp>
      <p:cxnSp>
        <p:nvCxnSpPr>
          <p:cNvPr id="79" name=""/>
          <p:cNvCxnSpPr>
            <a:stCxn xmlns:a="http://schemas.openxmlformats.org/drawingml/2006/main" id="33" idx="4"/>
            <a:endCxn xmlns:a="http://schemas.openxmlformats.org/drawingml/2006/main" id="35" idx="0"/>
          </p:cNvCxnSpPr>
          <p:nvPr/>
        </p:nvCxnSpPr>
        <p:spPr>
          <a:xfrm xmlns:a="http://schemas.openxmlformats.org/drawingml/2006/main">
            <a:off x="7324725" y="2057400"/>
            <a:ext cx="0" cy="120015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666666"/>
            </a:solidFill>
            <a:tailEnd type="triangle" w="sm" len="sm"/>
          </a:ln>
        </p:spPr>
      </p:cxnSp>
      <p:sp>
        <p:nvSpPr>
          <p:cNvPr id="37" name="input-11">
            <a:extLst xmlns:a="http://schemas.openxmlformats.org/drawingml/2006/main">
              <a:ext uri="{FF2B5EF4-FFF2-40B4-BE49-F238E27FC236}">
                <a16:creationId xmlns:a16="http://schemas.microsoft.com/office/drawing/2014/main" id="{A985D515-5AB8-4956-9F54-275025AD9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8859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66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minute-11">
            <a:extLst xmlns:a="http://schemas.openxmlformats.org/drawingml/2006/main">
              <a:ext uri="{FF2B5EF4-FFF2-40B4-BE49-F238E27FC236}">
                <a16:creationId xmlns:a16="http://schemas.microsoft.com/office/drawing/2014/main" id="{D4BC4E50-73D9-40CD-9AEB-D7978D5DB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157162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0">
                <a:solidFill>
                  <a:srgbClr val="666666"/>
                </a:solidFill>
                <a:latin typeface="Noto Sans JP"/>
                <a:ea typeface="Noto Sans JP"/>
                <a:cs typeface="Noto Sans JP"/>
              </a:defRPr>
            </a:pPr>
            <a:r>
              <a:rPr sz="1400" b="0">
                <a:solidFill>
                  <a:srgbClr val="666666"/>
                </a:solidFill>
                <a:latin typeface="Noto Sans JP"/>
                <a:ea typeface="Noto Sans JP"/>
                <a:cs typeface="Noto Sans JP"/>
              </a:rPr>
              <a:t>11</a:t>
            </a:r>
          </a:p>
        </p:txBody>
      </p:sp>
      <p:sp>
        <p:nvSpPr>
          <p:cNvPr id="39" name="input-12">
            <a:extLst xmlns:a="http://schemas.openxmlformats.org/drawingml/2006/main">
              <a:ext uri="{FF2B5EF4-FFF2-40B4-BE49-F238E27FC236}">
                <a16:creationId xmlns:a16="http://schemas.microsoft.com/office/drawing/2014/main" id="{324E72C1-8572-4CCC-A547-F8D03113D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8859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66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minute-12">
            <a:extLst xmlns:a="http://schemas.openxmlformats.org/drawingml/2006/main">
              <a:ext uri="{FF2B5EF4-FFF2-40B4-BE49-F238E27FC236}">
                <a16:creationId xmlns:a16="http://schemas.microsoft.com/office/drawing/2014/main" id="{E11A4A67-C452-4B30-948B-E0DDFC587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157162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0">
                <a:solidFill>
                  <a:srgbClr val="666666"/>
                </a:solidFill>
                <a:latin typeface="Noto Sans JP"/>
                <a:ea typeface="Noto Sans JP"/>
                <a:cs typeface="Noto Sans JP"/>
              </a:defRPr>
            </a:pPr>
            <a:r>
              <a:rPr sz="1400" b="0">
                <a:solidFill>
                  <a:srgbClr val="666666"/>
                </a:solidFill>
                <a:latin typeface="Noto Sans JP"/>
                <a:ea typeface="Noto Sans JP"/>
                <a:cs typeface="Noto Sans JP"/>
              </a:rPr>
              <a:t>12</a:t>
            </a:r>
          </a:p>
        </p:txBody>
      </p:sp>
      <p:sp>
        <p:nvSpPr>
          <p:cNvPr id="41" name="axis-unit">
            <a:extLst xmlns:a="http://schemas.openxmlformats.org/drawingml/2006/main">
              <a:ext uri="{FF2B5EF4-FFF2-40B4-BE49-F238E27FC236}">
                <a16:creationId xmlns:a16="http://schemas.microsoft.com/office/drawing/2014/main" id="{502EB53B-9DD1-41D4-906D-08EAE8659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533650"/>
            <a:ext cx="90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400" b="0">
                <a:solidFill>
                  <a:srgbClr val="666666"/>
                </a:solidFill>
                <a:latin typeface="Noto Sans JP"/>
                <a:ea typeface="Noto Sans JP"/>
                <a:cs typeface="Noto Sans JP"/>
              </a:defRPr>
            </a:pPr>
            <a:r>
              <a:rPr sz="1400" b="0">
                <a:solidFill>
                  <a:srgbClr val="666666"/>
                </a:solidFill>
                <a:latin typeface="Noto Sans JP"/>
                <a:ea typeface="Noto Sans JP"/>
                <a:cs typeface="Noto Sans JP"/>
              </a:rPr>
              <a:t>時刻 [分]</a:t>
            </a:r>
          </a:p>
        </p:txBody>
      </p:sp>
      <p:sp>
        <p:nvSpPr>
          <p:cNvPr id="42" name="arrow-meaning">
            <a:extLst xmlns:a="http://schemas.openxmlformats.org/drawingml/2006/main">
              <a:ext uri="{FF2B5EF4-FFF2-40B4-BE49-F238E27FC236}">
                <a16:creationId xmlns:a16="http://schemas.microsoft.com/office/drawing/2014/main" id="{0072D521-6800-40C9-B064-900890E78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838575"/>
            <a:ext cx="485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666666"/>
                </a:solidFill>
                <a:latin typeface="Noto Sans JP"/>
                <a:ea typeface="Noto Sans JP"/>
                <a:cs typeface="Noto Sans JP"/>
              </a:defRPr>
            </a:pPr>
            <a:r>
              <a:rPr sz="1600" b="0">
                <a:solidFill>
                  <a:srgbClr val="666666"/>
                </a:solidFill>
                <a:latin typeface="Noto Sans JP"/>
                <a:ea typeface="Noto Sans JP"/>
                <a:cs typeface="Noto Sans JP"/>
              </a:rPr>
              <a:t>矢印は「保持する点」の対応</a:t>
            </a:r>
          </a:p>
        </p:txBody>
      </p:sp>
      <p:sp>
        <p:nvSpPr>
          <p:cNvPr id="43" name="source-note">
            <a:extLst xmlns:a="http://schemas.openxmlformats.org/drawingml/2006/main">
              <a:ext uri="{FF2B5EF4-FFF2-40B4-BE49-F238E27FC236}">
                <a16:creationId xmlns:a16="http://schemas.microsoft.com/office/drawing/2014/main" id="{93C44056-5186-429A-B756-290491DB7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19575"/>
            <a:ext cx="82296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00" b="0">
                <a:solidFill>
                  <a:srgbClr val="666666"/>
                </a:solidFill>
                <a:latin typeface="Noto Sans JP"/>
                <a:ea typeface="Noto Sans JP"/>
                <a:cs typeface="Noto Sans JP"/>
              </a:defRPr>
            </a:pPr>
            <a:r>
              <a:rPr sz="1400" b="0">
                <a:solidFill>
                  <a:srgbClr val="666666"/>
                </a:solidFill>
                <a:latin typeface="Noto Sans JP"/>
                <a:ea typeface="Noto Sans JP"/>
                <a:cs typeface="Noto Sans JP"/>
              </a:rPr>
              <a:t>合成系列1例／開始時刻0分／間引き処理だけを確認</a:t>
            </a:r>
          </a:p>
        </p:txBody>
      </p:sp>
    </p:spTree>
    <p:extLst>
      <p:ext uri="{BB962C8B-B14F-4D97-AF65-F5344CB8AC3E}">
        <p14:creationId xmlns:p14="http://schemas.microsoft.com/office/powerpoint/2010/main" val="161940812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footer-line">
            <a:extLst xmlns:a="http://schemas.openxmlformats.org/drawingml/2006/main">
              <a:ext uri="{FF2B5EF4-FFF2-40B4-BE49-F238E27FC236}">
                <a16:creationId xmlns:a16="http://schemas.microsoft.com/office/drawing/2014/main" id="{9072F46D-C73C-48F5-B0E7-D0A5A3778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13148"/>
            <a:ext cx="9144000" cy="5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BB59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3f99800df94954"/>
          <a:stretch xmlns:a="http://schemas.openxmlformats.org/drawingml/2006/main"/>
        </p:blipFill>
        <p:spPr>
          <a:xfrm xmlns:a="http://schemas.openxmlformats.org/drawingml/2006/main">
            <a:off x="293522" y="4803343"/>
            <a:ext cx="818388" cy="229821"/>
          </a:xfrm>
          <a:prstGeom xmlns:a="http://schemas.openxmlformats.org/drawingml/2006/main" prst="rect">
            <a:avLst/>
          </a:prstGeom>
        </p:spPr>
      </p:pic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1231E002-247E-4724-A99A-D38581F13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1307" y="4767682"/>
            <a:ext cx="2133295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4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" name="fictional-disclosure">
            <a:extLst xmlns:a="http://schemas.openxmlformats.org/drawingml/2006/main">
              <a:ext uri="{FF2B5EF4-FFF2-40B4-BE49-F238E27FC236}">
                <a16:creationId xmlns:a16="http://schemas.microsoft.com/office/drawing/2014/main" id="{A20263D1-03A3-4A63-9EA5-DF657B706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7202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6666"/>
                </a:solidFill>
                <a:latin typeface="Noto Sans JP"/>
                <a:ea typeface="Noto Sans JP"/>
                <a:cs typeface="Noto Sans JP"/>
              </a:defRPr>
            </a:pPr>
            <a:r>
              <a:rPr sz="1050" b="0">
                <a:solidFill>
                  <a:srgbClr val="666666"/>
                </a:solidFill>
                <a:latin typeface="Noto Sans JP"/>
                <a:ea typeface="Noto Sans JP"/>
                <a:cs typeface="Noto Sans JP"/>
              </a:rPr>
              <a:t>架空作例・合成データ</a:t>
            </a:r>
          </a:p>
        </p:txBody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525C9A79-D588-4839-A10B-48ABB9068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" y="9525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00000"/>
                </a:solidFill>
                <a:latin typeface="Noto Sans JP"/>
                <a:ea typeface="Noto Sans JP"/>
                <a:cs typeface="Noto Sans JP"/>
              </a:defRPr>
            </a:pPr>
            <a:r>
              <a:rPr sz="2700" b="1">
                <a:solidFill>
                  <a:srgbClr val="000000"/>
                </a:solidFill>
                <a:latin typeface="Noto Sans JP"/>
                <a:ea typeface="Noto Sans JP"/>
                <a:cs typeface="Noto Sans JP"/>
              </a:rPr>
              <a:t>この例では高い値が記録に残らない</a:t>
            </a:r>
          </a:p>
        </p:txBody>
      </p:sp>
      <p:sp>
        <p:nvSpPr>
          <p:cNvPr id="6" name="message">
            <a:extLst xmlns:a="http://schemas.openxmlformats.org/drawingml/2006/main">
              <a:ext uri="{FF2B5EF4-FFF2-40B4-BE49-F238E27FC236}">
                <a16:creationId xmlns:a16="http://schemas.microsoft.com/office/drawing/2014/main" id="{E8A191A5-D662-4754-A6C9-E2E9CD467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19150"/>
            <a:ext cx="8229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00" b="1">
                <a:solidFill>
                  <a:srgbClr val="000000"/>
                </a:solidFill>
                <a:latin typeface="Noto Sans JP"/>
                <a:ea typeface="Noto Sans JP"/>
                <a:cs typeface="Noto Sans JP"/>
              </a:defRPr>
            </a:pPr>
            <a:r>
              <a:rPr sz="1900" b="1">
                <a:solidFill>
                  <a:srgbClr val="000000"/>
                </a:solidFill>
                <a:latin typeface="Noto Sans JP"/>
                <a:ea typeface="Noto Sans JP"/>
                <a:cs typeface="Noto Sans JP"/>
              </a:rPr>
              <a:t>5分間隔の保持点には、1000 ppmを超える値がない</a:t>
            </a:r>
          </a:p>
        </p:txBody>
      </p:sp>
      <p:graphicFrame>
        <p:nvGraphicFramePr>
          <p:cNvPr id="18" name="Chart"/>
          <p:cNvGraphicFramePr/>
          <p:nvPr/>
        </p:nvGraphicFramePr>
        <p:xfrm>
          <a:off xmlns:a="http://schemas.openxmlformats.org/drawingml/2006/main" x="438150" y="1619250"/>
          <a:ext xmlns:a="http://schemas.openxmlformats.org/drawingml/2006/main" cx="6210300" cy="2781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5c032e85e95400f"/>
          </a:graphicData>
        </a:graphic>
      </p:graphicFrame>
      <p:sp>
        <p:nvSpPr>
          <p:cNvPr id="8" name="maximum-label">
            <a:extLst xmlns:a="http://schemas.openxmlformats.org/drawingml/2006/main">
              <a:ext uri="{FF2B5EF4-FFF2-40B4-BE49-F238E27FC236}">
                <a16:creationId xmlns:a16="http://schemas.microsoft.com/office/drawing/2014/main" id="{9DE72CB7-8F7B-4EA1-95FF-E4F18CDD8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781175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1">
                <a:solidFill>
                  <a:srgbClr val="000000"/>
                </a:solidFill>
                <a:latin typeface="Noto Sans JP"/>
                <a:ea typeface="Noto Sans JP"/>
                <a:cs typeface="Noto Sans JP"/>
              </a:rPr>
              <a:t>保持最大値</a:t>
            </a:r>
          </a:p>
        </p:txBody>
      </p:sp>
      <p:sp>
        <p:nvSpPr>
          <p:cNvPr id="9" name="all-max">
            <a:extLst xmlns:a="http://schemas.openxmlformats.org/drawingml/2006/main">
              <a:ext uri="{FF2B5EF4-FFF2-40B4-BE49-F238E27FC236}">
                <a16:creationId xmlns:a16="http://schemas.microsoft.com/office/drawing/2014/main" id="{9C2274B3-9371-4CF7-B3ED-A11B2BAFA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228850"/>
            <a:ext cx="180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00" b="0">
                <a:solidFill>
                  <a:srgbClr val="000000"/>
                </a:solidFill>
                <a:latin typeface="Noto Sans JP"/>
                <a:ea typeface="Noto Sans JP"/>
                <a:cs typeface="Noto Sans JP"/>
              </a:defRPr>
            </a:pPr>
            <a:r>
              <a:rPr sz="1900" b="0">
                <a:solidFill>
                  <a:srgbClr val="000000"/>
                </a:solidFill>
                <a:latin typeface="Noto Sans JP"/>
                <a:ea typeface="Noto Sans JP"/>
                <a:cs typeface="Noto Sans JP"/>
              </a:rPr>
              <a:t>全13点</a:t>
            </a:r>
          </a:p>
          <a:p xmlns:a="http://schemas.openxmlformats.org/drawingml/2006/main">
            <a:pPr algn="l">
              <a:defRPr sz="1900" b="0">
                <a:solidFill>
                  <a:srgbClr val="000000"/>
                </a:solidFill>
                <a:latin typeface="Noto Sans JP"/>
                <a:ea typeface="Noto Sans JP"/>
                <a:cs typeface="Noto Sans JP"/>
              </a:defRPr>
            </a:pPr>
            <a:r>
              <a:rPr sz="1900" b="0">
                <a:solidFill>
                  <a:srgbClr val="000000"/>
                </a:solidFill>
                <a:latin typeface="Noto Sans JP"/>
                <a:ea typeface="Noto Sans JP"/>
                <a:cs typeface="Noto Sans JP"/>
              </a:rPr>
              <a:t>1120 ppm</a:t>
            </a:r>
          </a:p>
        </p:txBody>
      </p:sp>
      <p:sp>
        <p:nvSpPr>
          <p:cNvPr id="10" name="kept-max">
            <a:extLst xmlns:a="http://schemas.openxmlformats.org/drawingml/2006/main">
              <a:ext uri="{FF2B5EF4-FFF2-40B4-BE49-F238E27FC236}">
                <a16:creationId xmlns:a16="http://schemas.microsoft.com/office/drawing/2014/main" id="{41280B54-2867-4C4D-849D-04D90437E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190875"/>
            <a:ext cx="180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00" b="1">
                <a:solidFill>
                  <a:srgbClr val="000000"/>
                </a:solidFill>
                <a:latin typeface="Noto Sans JP"/>
                <a:ea typeface="Noto Sans JP"/>
                <a:cs typeface="Noto Sans JP"/>
              </a:defRPr>
            </a:pPr>
            <a:r>
              <a:rPr sz="1900" b="1">
                <a:solidFill>
                  <a:srgbClr val="000000"/>
                </a:solidFill>
                <a:latin typeface="Noto Sans JP"/>
                <a:ea typeface="Noto Sans JP"/>
                <a:cs typeface="Noto Sans JP"/>
              </a:rPr>
              <a:t>保持3点</a:t>
            </a:r>
          </a:p>
          <a:p xmlns:a="http://schemas.openxmlformats.org/drawingml/2006/main">
            <a:pPr algn="l">
              <a:defRPr sz="1900" b="1">
                <a:solidFill>
                  <a:srgbClr val="000000"/>
                </a:solidFill>
                <a:latin typeface="Noto Sans JP"/>
                <a:ea typeface="Noto Sans JP"/>
                <a:cs typeface="Noto Sans JP"/>
              </a:defRPr>
            </a:pPr>
            <a:r>
              <a:rPr sz="1900" b="1">
                <a:solidFill>
                  <a:srgbClr val="000000"/>
                </a:solidFill>
                <a:latin typeface="Noto Sans JP"/>
                <a:ea typeface="Noto Sans JP"/>
                <a:cs typeface="Noto Sans JP"/>
              </a:rPr>
              <a:t>970 ppm</a:t>
            </a:r>
          </a:p>
        </p:txBody>
      </p:sp>
      <p:sp>
        <p:nvSpPr>
          <p:cNvPr id="11" name="condition">
            <a:extLst xmlns:a="http://schemas.openxmlformats.org/drawingml/2006/main">
              <a:ext uri="{FF2B5EF4-FFF2-40B4-BE49-F238E27FC236}">
                <a16:creationId xmlns:a16="http://schemas.microsoft.com/office/drawing/2014/main" id="{7D8D482A-FA5B-4DD1-B60B-FEDB4397C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333875"/>
            <a:ext cx="819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  <a:latin typeface="Noto Sans JP"/>
                <a:ea typeface="Noto Sans JP"/>
                <a:cs typeface="Noto Sans JP"/>
              </a:defRPr>
            </a:pPr>
            <a:r>
              <a:rPr sz="1200" b="0">
                <a:solidFill>
                  <a:srgbClr val="666666"/>
                </a:solidFill>
                <a:latin typeface="Noto Sans JP"/>
                <a:ea typeface="Noto Sans JP"/>
                <a:cs typeface="Noto Sans JP"/>
              </a:rPr>
              <a:t>合成系列1例／開始時刻0分／閾値は安全基準を表さない</a:t>
            </a:r>
          </a:p>
        </p:txBody>
      </p:sp>
    </p:spTree>
    <p:extLst>
      <p:ext uri="{BB962C8B-B14F-4D97-AF65-F5344CB8AC3E}">
        <p14:creationId xmlns:p14="http://schemas.microsoft.com/office/powerpoint/2010/main" val="203691540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footer-line">
            <a:extLst xmlns:a="http://schemas.openxmlformats.org/drawingml/2006/main">
              <a:ext uri="{FF2B5EF4-FFF2-40B4-BE49-F238E27FC236}">
                <a16:creationId xmlns:a16="http://schemas.microsoft.com/office/drawing/2014/main" id="{FAB59C50-95E7-433D-85A4-16FF12981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13148"/>
            <a:ext cx="9144000" cy="5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BB59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88ac591f034df0"/>
          <a:stretch xmlns:a="http://schemas.openxmlformats.org/drawingml/2006/main"/>
        </p:blipFill>
        <p:spPr>
          <a:xfrm xmlns:a="http://schemas.openxmlformats.org/drawingml/2006/main">
            <a:off x="293522" y="4803343"/>
            <a:ext cx="818388" cy="229821"/>
          </a:xfrm>
          <a:prstGeom xmlns:a="http://schemas.openxmlformats.org/drawingml/2006/main" prst="rect">
            <a:avLst/>
          </a:prstGeom>
        </p:spPr>
      </p:pic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F4F78887-A138-484C-8A11-7ACE506B1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1307" y="4767682"/>
            <a:ext cx="2133295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4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" name="fictional-disclosure">
            <a:extLst xmlns:a="http://schemas.openxmlformats.org/drawingml/2006/main">
              <a:ext uri="{FF2B5EF4-FFF2-40B4-BE49-F238E27FC236}">
                <a16:creationId xmlns:a16="http://schemas.microsoft.com/office/drawing/2014/main" id="{D39E84BF-D12F-4B1C-BCC4-D9C4C5AF8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7202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6666"/>
                </a:solidFill>
                <a:latin typeface="Noto Sans JP"/>
                <a:ea typeface="Noto Sans JP"/>
                <a:cs typeface="Noto Sans JP"/>
              </a:defRPr>
            </a:pPr>
            <a:r>
              <a:rPr sz="1050" b="0">
                <a:solidFill>
                  <a:srgbClr val="666666"/>
                </a:solidFill>
                <a:latin typeface="Noto Sans JP"/>
                <a:ea typeface="Noto Sans JP"/>
                <a:cs typeface="Noto Sans JP"/>
              </a:rPr>
              <a:t>架空作例・合成データ</a:t>
            </a:r>
          </a:p>
        </p:txBody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840FF847-4E2F-4AD0-8F8C-CE181F6E9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" y="9525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00000"/>
                </a:solidFill>
                <a:latin typeface="Noto Sans JP"/>
                <a:ea typeface="Noto Sans JP"/>
                <a:cs typeface="Noto Sans JP"/>
              </a:defRPr>
            </a:pPr>
            <a:r>
              <a:rPr sz="2700" b="1">
                <a:solidFill>
                  <a:srgbClr val="000000"/>
                </a:solidFill>
                <a:latin typeface="Noto Sans JP"/>
                <a:ea typeface="Noto Sans JP"/>
                <a:cs typeface="Noto Sans JP"/>
              </a:rPr>
              <a:t>保持点数と最大値が変わった</a:t>
            </a:r>
          </a:p>
        </p:txBody>
      </p:sp>
      <p:sp>
        <p:nvSpPr>
          <p:cNvPr id="6" name="message">
            <a:extLst xmlns:a="http://schemas.openxmlformats.org/drawingml/2006/main">
              <a:ext uri="{FF2B5EF4-FFF2-40B4-BE49-F238E27FC236}">
                <a16:creationId xmlns:a16="http://schemas.microsoft.com/office/drawing/2014/main" id="{3FFE67EB-7346-4DCD-95AB-E246518DA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19150"/>
            <a:ext cx="8229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00" b="1">
                <a:solidFill>
                  <a:srgbClr val="000000"/>
                </a:solidFill>
                <a:latin typeface="Noto Sans JP"/>
                <a:ea typeface="Noto Sans JP"/>
                <a:cs typeface="Noto Sans JP"/>
              </a:defRPr>
            </a:pPr>
            <a:r>
              <a:rPr sz="1900" b="1">
                <a:solidFill>
                  <a:srgbClr val="000000"/>
                </a:solidFill>
                <a:latin typeface="Noto Sans JP"/>
                <a:ea typeface="Noto Sans JP"/>
                <a:cs typeface="Noto Sans JP"/>
              </a:rPr>
              <a:t>点数の減少と、残った値を分けて見る</a:t>
            </a:r>
          </a:p>
        </p:txBody>
      </p:sp>
      <p:graphicFrame>
        <p:nvGraphicFramePr>
          <p:cNvPr id="15" name=""/>
          <p:cNvGraphicFramePr/>
          <p:nvPr/>
        </p:nvGraphicFramePr>
        <p:xfrm>
          <a:off xmlns:a="http://schemas.openxmlformats.org/drawingml/2006/main" x="457200" y="1752600"/>
          <a:ext xmlns:a="http://schemas.openxmlformats.org/drawingml/2006/main" cx="8229600" cy="22669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924300"/>
                <a:gridCol w="2152650"/>
                <a:gridCol w="2152650"/>
              </a:tblGrid>
              <a:tr h="566738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000000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比較項目</a:t>
                      </a:r>
                    </a:p>
                  </a:txBody>
                  <a:tcPr marL="152400" marR="152400" marT="76200" marB="76200" anchor="ctr">
                    <a:solidFill>
                      <a:srgbClr val="F0F5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000000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1分間隔</a:t>
                      </a:r>
                    </a:p>
                  </a:txBody>
                  <a:tcPr marL="152400" marR="152400" marT="76200" marB="76200" anchor="ctr">
                    <a:solidFill>
                      <a:srgbClr val="F0F5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000000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5分間隔</a:t>
                      </a:r>
                    </a:p>
                  </a:txBody>
                  <a:tcPr marL="152400" marR="152400" marT="76200" marB="76200" anchor="ctr">
                    <a:solidFill>
                      <a:srgbClr val="F0F5E7"/>
                    </a:solidFill>
                  </a:tcPr>
                </a:tc>
              </a:tr>
              <a:tr h="566738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保持点数</a:t>
                      </a:r>
                    </a:p>
                  </a:txBody>
                  <a:tcPr marL="152400" marR="1524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13</a:t>
                      </a:r>
                    </a:p>
                  </a:txBody>
                  <a:tcPr marL="152400" marR="1524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000000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3</a:t>
                      </a:r>
                    </a:p>
                  </a:txBody>
                  <a:tcPr marL="152400" marR="152400" marT="76200" marB="76200" anchor="ctr">
                    <a:solidFill>
                      <a:srgbClr val="FFFFFF"/>
                    </a:solidFill>
                  </a:tcPr>
                </a:tc>
              </a:tr>
              <a:tr h="566738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保持最大値 [ppm]</a:t>
                      </a:r>
                    </a:p>
                  </a:txBody>
                  <a:tcPr marL="152400" marR="1524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1120</a:t>
                      </a:r>
                    </a:p>
                  </a:txBody>
                  <a:tcPr marL="152400" marR="1524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000000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970</a:t>
                      </a:r>
                    </a:p>
                  </a:txBody>
                  <a:tcPr marL="152400" marR="152400" marT="76200" marB="76200" anchor="ctr">
                    <a:solidFill>
                      <a:srgbClr val="FFFFFF"/>
                    </a:solidFill>
                  </a:tcPr>
                </a:tc>
              </a:tr>
              <a:tr h="566738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1000 ppm超の記録点数</a:t>
                      </a:r>
                    </a:p>
                  </a:txBody>
                  <a:tcPr marL="152400" marR="1524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2</a:t>
                      </a:r>
                    </a:p>
                  </a:txBody>
                  <a:tcPr marL="152400" marR="1524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000000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0</a:t>
                      </a:r>
                    </a:p>
                  </a:txBody>
                  <a:tcPr marL="152400" marR="152400" marT="76200" marB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cope">
            <a:extLst xmlns:a="http://schemas.openxmlformats.org/drawingml/2006/main">
              <a:ext uri="{FF2B5EF4-FFF2-40B4-BE49-F238E27FC236}">
                <a16:creationId xmlns:a16="http://schemas.microsoft.com/office/drawing/2014/main" id="{55D1AF0D-B12C-477E-8581-D84FF7E6E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71950"/>
            <a:ext cx="82296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00" b="0">
                <a:solidFill>
                  <a:srgbClr val="666666"/>
                </a:solidFill>
                <a:latin typeface="Noto Sans JP"/>
                <a:ea typeface="Noto Sans JP"/>
                <a:cs typeface="Noto Sans JP"/>
              </a:defRPr>
            </a:pPr>
            <a:r>
              <a:rPr sz="1400" b="0">
                <a:solidFill>
                  <a:srgbClr val="666666"/>
                </a:solidFill>
                <a:latin typeface="Noto Sans JP"/>
                <a:ea typeface="Noto Sans JP"/>
                <a:cs typeface="Noto Sans JP"/>
              </a:rPr>
              <a:t>合成データからの計算。消費電力・継続時間・健康リスクは未評価</a:t>
            </a:r>
          </a:p>
        </p:txBody>
      </p:sp>
    </p:spTree>
    <p:extLst>
      <p:ext uri="{BB962C8B-B14F-4D97-AF65-F5344CB8AC3E}">
        <p14:creationId xmlns:p14="http://schemas.microsoft.com/office/powerpoint/2010/main" val="76428196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footer-line">
            <a:extLst xmlns:a="http://schemas.openxmlformats.org/drawingml/2006/main">
              <a:ext uri="{FF2B5EF4-FFF2-40B4-BE49-F238E27FC236}">
                <a16:creationId xmlns:a16="http://schemas.microsoft.com/office/drawing/2014/main" id="{41E8CA20-D707-4DF0-8DB7-9CA302C7B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13148"/>
            <a:ext cx="9144000" cy="5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BB59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765f0c54e94331"/>
          <a:stretch xmlns:a="http://schemas.openxmlformats.org/drawingml/2006/main"/>
        </p:blipFill>
        <p:spPr>
          <a:xfrm xmlns:a="http://schemas.openxmlformats.org/drawingml/2006/main">
            <a:off x="293522" y="4803343"/>
            <a:ext cx="818388" cy="229821"/>
          </a:xfrm>
          <a:prstGeom xmlns:a="http://schemas.openxmlformats.org/drawingml/2006/main" prst="rect">
            <a:avLst/>
          </a:prstGeom>
        </p:spPr>
      </p:pic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B9E70072-69D9-46EC-8453-D702DB809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1307" y="4767682"/>
            <a:ext cx="2133295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4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4" name="fictional-disclosure">
            <a:extLst xmlns:a="http://schemas.openxmlformats.org/drawingml/2006/main">
              <a:ext uri="{FF2B5EF4-FFF2-40B4-BE49-F238E27FC236}">
                <a16:creationId xmlns:a16="http://schemas.microsoft.com/office/drawing/2014/main" id="{60CA5A95-3192-4541-9431-24AE80D87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7202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6666"/>
                </a:solidFill>
                <a:latin typeface="Noto Sans JP"/>
                <a:ea typeface="Noto Sans JP"/>
                <a:cs typeface="Noto Sans JP"/>
              </a:defRPr>
            </a:pPr>
            <a:r>
              <a:rPr sz="1050" b="0">
                <a:solidFill>
                  <a:srgbClr val="666666"/>
                </a:solidFill>
                <a:latin typeface="Noto Sans JP"/>
                <a:ea typeface="Noto Sans JP"/>
                <a:cs typeface="Noto Sans JP"/>
              </a:rPr>
              <a:t>架空作例・合成データ</a:t>
            </a:r>
          </a:p>
        </p:txBody>
      </p:sp>
      <p:sp>
        <p:nvSpPr>
          <p:cNvPr id="5" name="summary-title">
            <a:extLst xmlns:a="http://schemas.openxmlformats.org/drawingml/2006/main">
              <a:ext uri="{FF2B5EF4-FFF2-40B4-BE49-F238E27FC236}">
                <a16:creationId xmlns:a16="http://schemas.microsoft.com/office/drawing/2014/main" id="{B2C75C5B-8E9E-4E91-8E9F-9F24A511C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3375"/>
            <a:ext cx="8229600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BB5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000000"/>
                </a:solidFill>
                <a:latin typeface="Noto Sans JP"/>
                <a:ea typeface="Noto Sans JP"/>
                <a:cs typeface="Noto Sans JP"/>
              </a:defRPr>
            </a:pPr>
            <a:r>
              <a:rPr sz="2400" b="1">
                <a:solidFill>
                  <a:srgbClr val="000000"/>
                </a:solidFill>
                <a:latin typeface="Noto Sans JP"/>
                <a:ea typeface="Noto Sans JP"/>
                <a:cs typeface="Noto Sans JP"/>
              </a:rPr>
              <a:t>記録間隔の検討方法</a:t>
            </a:r>
          </a:p>
        </p:txBody>
      </p:sp>
      <p:sp>
        <p:nvSpPr>
          <p:cNvPr id="6" name="finding-label">
            <a:extLst xmlns:a="http://schemas.openxmlformats.org/drawingml/2006/main">
              <a:ext uri="{FF2B5EF4-FFF2-40B4-BE49-F238E27FC236}">
                <a16:creationId xmlns:a16="http://schemas.microsoft.com/office/drawing/2014/main" id="{F649212C-A8EA-4E4E-8E14-EF5C6BC01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57300"/>
            <a:ext cx="3048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00" b="1">
                <a:solidFill>
                  <a:srgbClr val="000000"/>
                </a:solidFill>
                <a:latin typeface="Noto Sans JP"/>
                <a:ea typeface="Noto Sans JP"/>
                <a:cs typeface="Noto Sans JP"/>
              </a:defRPr>
            </a:pPr>
            <a:r>
              <a:rPr sz="2000" b="1">
                <a:solidFill>
                  <a:srgbClr val="000000"/>
                </a:solidFill>
                <a:latin typeface="Noto Sans JP"/>
                <a:ea typeface="Noto Sans JP"/>
                <a:cs typeface="Noto Sans JP"/>
              </a:rPr>
              <a:t>今回分かったこと</a:t>
            </a:r>
          </a:p>
        </p:txBody>
      </p:sp>
      <p:sp>
        <p:nvSpPr>
          <p:cNvPr id="7" name="finding">
            <a:extLst xmlns:a="http://schemas.openxmlformats.org/drawingml/2006/main">
              <a:ext uri="{FF2B5EF4-FFF2-40B4-BE49-F238E27FC236}">
                <a16:creationId xmlns:a16="http://schemas.microsoft.com/office/drawing/2014/main" id="{AFC6D5BE-D6F6-4742-89C7-3C089AD2F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24025"/>
            <a:ext cx="82296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00" b="0">
                <a:solidFill>
                  <a:srgbClr val="000000"/>
                </a:solidFill>
                <a:latin typeface="Noto Sans JP"/>
                <a:ea typeface="Noto Sans JP"/>
                <a:cs typeface="Noto Sans JP"/>
              </a:defRPr>
            </a:pPr>
            <a:r>
              <a:rPr sz="2000" b="0">
                <a:solidFill>
                  <a:srgbClr val="000000"/>
                </a:solidFill>
                <a:latin typeface="Noto Sans JP"/>
                <a:ea typeface="Noto Sans JP"/>
                <a:cs typeface="Noto Sans JP"/>
              </a:rPr>
              <a:t>一つの合成系列では、5分間隔の保持点に</a:t>
            </a:r>
          </a:p>
          <a:p xmlns:a="http://schemas.openxmlformats.org/drawingml/2006/main">
            <a:pPr algn="l">
              <a:defRPr sz="2000" b="0">
                <a:solidFill>
                  <a:srgbClr val="000000"/>
                </a:solidFill>
                <a:latin typeface="Noto Sans JP"/>
                <a:ea typeface="Noto Sans JP"/>
                <a:cs typeface="Noto Sans JP"/>
              </a:defRPr>
            </a:pPr>
            <a:r>
              <a:rPr sz="2000" b="0">
                <a:solidFill>
                  <a:srgbClr val="000000"/>
                </a:solidFill>
                <a:latin typeface="Noto Sans JP"/>
                <a:ea typeface="Noto Sans JP"/>
                <a:cs typeface="Noto Sans JP"/>
              </a:rPr>
              <a:t>短時間の高い値が残らなかった。</a:t>
            </a:r>
          </a:p>
        </p:txBody>
      </p:sp>
      <p:sp>
        <p:nvSpPr>
          <p:cNvPr id="8" name="next-label">
            <a:extLst xmlns:a="http://schemas.openxmlformats.org/drawingml/2006/main">
              <a:ext uri="{FF2B5EF4-FFF2-40B4-BE49-F238E27FC236}">
                <a16:creationId xmlns:a16="http://schemas.microsoft.com/office/drawing/2014/main" id="{E351DE65-0B52-4FC0-9331-00417CB0D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00350"/>
            <a:ext cx="3048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00" b="1">
                <a:solidFill>
                  <a:srgbClr val="000000"/>
                </a:solidFill>
                <a:latin typeface="Noto Sans JP"/>
                <a:ea typeface="Noto Sans JP"/>
                <a:cs typeface="Noto Sans JP"/>
              </a:defRPr>
            </a:pPr>
            <a:r>
              <a:rPr sz="2000" b="1">
                <a:solidFill>
                  <a:srgbClr val="000000"/>
                </a:solidFill>
                <a:latin typeface="Noto Sans JP"/>
                <a:ea typeface="Noto Sans JP"/>
                <a:cs typeface="Noto Sans JP"/>
              </a:rPr>
              <a:t>次に確かめること</a:t>
            </a:r>
          </a:p>
        </p:txBody>
      </p:sp>
      <p:sp>
        <p:nvSpPr>
          <p:cNvPr id="9" name="next">
            <a:extLst xmlns:a="http://schemas.openxmlformats.org/drawingml/2006/main">
              <a:ext uri="{FF2B5EF4-FFF2-40B4-BE49-F238E27FC236}">
                <a16:creationId xmlns:a16="http://schemas.microsoft.com/office/drawing/2014/main" id="{125C78BD-E502-4A74-B451-C1781ABEF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57550"/>
            <a:ext cx="8229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00" b="0">
                <a:solidFill>
                  <a:srgbClr val="000000"/>
                </a:solidFill>
                <a:latin typeface="Noto Sans JP"/>
                <a:ea typeface="Noto Sans JP"/>
                <a:cs typeface="Noto Sans JP"/>
              </a:defRPr>
            </a:pPr>
            <a:r>
              <a:rPr sz="1900" b="0">
                <a:solidFill>
                  <a:srgbClr val="000000"/>
                </a:solidFill>
                <a:latin typeface="Noto Sans JP"/>
                <a:ea typeface="Noto Sans JP"/>
                <a:cs typeface="Noto Sans JP"/>
              </a:rPr>
              <a:t>波形・開始時刻を変え、実機条件で確認する。</a:t>
            </a:r>
          </a:p>
        </p:txBody>
      </p:sp>
      <p:sp>
        <p:nvSpPr>
          <p:cNvPr id="10" name="conclusion">
            <a:extLst xmlns:a="http://schemas.openxmlformats.org/drawingml/2006/main">
              <a:ext uri="{FF2B5EF4-FFF2-40B4-BE49-F238E27FC236}">
                <a16:creationId xmlns:a16="http://schemas.microsoft.com/office/drawing/2014/main" id="{021D6A45-11F9-4AAE-8BE6-2B61D012B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914775"/>
            <a:ext cx="82296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9BBB5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00" b="1">
                <a:solidFill>
                  <a:srgbClr val="000000"/>
                </a:solidFill>
                <a:latin typeface="Noto Sans JP"/>
                <a:ea typeface="Noto Sans JP"/>
                <a:cs typeface="Noto Sans JP"/>
              </a:defRPr>
            </a:pPr>
            <a:r>
              <a:rPr sz="2000" b="1">
                <a:solidFill>
                  <a:srgbClr val="000000"/>
                </a:solidFill>
                <a:latin typeface="Noto Sans JP"/>
                <a:ea typeface="Noto Sans JP"/>
                <a:cs typeface="Noto Sans JP"/>
              </a:rPr>
              <a:t>記録点数と、残る変化を併せて確かめる</a:t>
            </a:r>
          </a:p>
        </p:txBody>
      </p:sp>
    </p:spTree>
    <p:extLst>
      <p:ext uri="{BB962C8B-B14F-4D97-AF65-F5344CB8AC3E}">
        <p14:creationId xmlns:p14="http://schemas.microsoft.com/office/powerpoint/2010/main" val="104842645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2026-09-29T13:07:32.7050000Z</dcterms:created>
  <dcterms:modified xsi:type="dcterms:W3CDTF">2026-09-29T13:07:32.7050000Z</dcterms:modified>
</coreProperties>
</file>