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374c68a4db4459" /><Relationship Type="http://schemas.openxmlformats.org/officeDocument/2006/relationships/extended-properties" Target="/docProps/app.xml" Id="Rbfe859e18a9e43d2" /><Relationship Type="http://schemas.openxmlformats.org/officeDocument/2006/relationships/officeDocument" Target="/ppt/presentation.xml" Id="R650b1ed61c2e47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fb9b5c3b58425d"/>
  </p:sldMasterIdLst>
  <p:notesMasterIdLst>
    <p:notesMasterId xmlns:r="http://schemas.openxmlformats.org/officeDocument/2006/relationships" r:id="Rfc4ec5d54dd94939"/>
  </p:notesMasterIdLst>
  <p:sldIdLst>
    <p:sldId xmlns:r="http://schemas.openxmlformats.org/officeDocument/2006/relationships" id="256" r:id="R04917e5f2fcf4e1b"/>
    <p:sldId xmlns:r="http://schemas.openxmlformats.org/officeDocument/2006/relationships" id="257" r:id="Rf4282a9494fd4468"/>
    <p:sldId xmlns:r="http://schemas.openxmlformats.org/officeDocument/2006/relationships" id="258" r:id="R130310c841bc4d1a"/>
    <p:sldId xmlns:r="http://schemas.openxmlformats.org/officeDocument/2006/relationships" id="259" r:id="R643b5968f54f4242"/>
    <p:sldId xmlns:r="http://schemas.openxmlformats.org/officeDocument/2006/relationships" id="260" r:id="R45b75f5ec5b04994"/>
    <p:sldId xmlns:r="http://schemas.openxmlformats.org/officeDocument/2006/relationships" id="261" r:id="Rdbd1a9ca7a084513"/>
    <p:sldId xmlns:r="http://schemas.openxmlformats.org/officeDocument/2006/relationships" id="262" r:id="Rb530451ed46c4dd8"/>
    <p:sldId xmlns:r="http://schemas.openxmlformats.org/officeDocument/2006/relationships" id="263" r:id="R92e6d0580f4d4b71"/>
    <p:sldId xmlns:r="http://schemas.openxmlformats.org/officeDocument/2006/relationships" id="264" r:id="R74cedbfa1c294bc1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16f41e8a8043c3" /><Relationship Type="http://schemas.openxmlformats.org/officeDocument/2006/relationships/slideMaster" Target="/ppt/slideMasters/slideMaster1.xml" Id="R6afb9b5c3b58425d" /><Relationship Type="http://schemas.openxmlformats.org/officeDocument/2006/relationships/notesMaster" Target="/ppt/notesMasters/notesMaster1.xml" Id="Rfc4ec5d54dd94939" /><Relationship Type="http://schemas.openxmlformats.org/officeDocument/2006/relationships/presProps" Target="/ppt/presProps.xml" Id="R77ed922502bb4594" /><Relationship Type="http://schemas.openxmlformats.org/officeDocument/2006/relationships/tableStyles" Target="/ppt/tableStyles.xml" Id="Ra3260e84f2ef4b44" /><Relationship Type="http://schemas.openxmlformats.org/officeDocument/2006/relationships/slide" Target="/ppt/slides/slide1.xml" Id="R04917e5f2fcf4e1b" /><Relationship Type="http://schemas.openxmlformats.org/officeDocument/2006/relationships/slide" Target="/ppt/slides/slide2.xml" Id="Rf4282a9494fd4468" /><Relationship Type="http://schemas.openxmlformats.org/officeDocument/2006/relationships/slide" Target="/ppt/slides/slide3.xml" Id="R130310c841bc4d1a" /><Relationship Type="http://schemas.openxmlformats.org/officeDocument/2006/relationships/slide" Target="/ppt/slides/slide4.xml" Id="R643b5968f54f4242" /><Relationship Type="http://schemas.openxmlformats.org/officeDocument/2006/relationships/slide" Target="/ppt/slides/slide5.xml" Id="R45b75f5ec5b04994" /><Relationship Type="http://schemas.openxmlformats.org/officeDocument/2006/relationships/slide" Target="/ppt/slides/slide6.xml" Id="Rdbd1a9ca7a084513" /><Relationship Type="http://schemas.openxmlformats.org/officeDocument/2006/relationships/slide" Target="/ppt/slides/slide7.xml" Id="Rb530451ed46c4dd8" /><Relationship Type="http://schemas.openxmlformats.org/officeDocument/2006/relationships/slide" Target="/ppt/slides/slide8.xml" Id="R92e6d0580f4d4b71" /><Relationship Type="http://schemas.openxmlformats.org/officeDocument/2006/relationships/slide" Target="/ppt/slides/slide9.xml" Id="R74cedbfa1c294b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182d16346444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22da4f57884d9f" /><Relationship Type="http://schemas.openxmlformats.org/officeDocument/2006/relationships/notesMaster" Target="/ppt/notesMasters/notesMaster1.xml" Id="R97902b9140c94e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a079871a1647bb" /><Relationship Type="http://schemas.openxmlformats.org/officeDocument/2006/relationships/notesMaster" Target="/ppt/notesMasters/notesMaster1.xml" Id="Rc575b9b3ce0947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8b31ad396648f6" /><Relationship Type="http://schemas.openxmlformats.org/officeDocument/2006/relationships/notesMaster" Target="/ppt/notesMasters/notesMaster1.xml" Id="R543b0aca9d0145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61f5f7a0c84e65" /><Relationship Type="http://schemas.openxmlformats.org/officeDocument/2006/relationships/notesMaster" Target="/ppt/notesMasters/notesMaster1.xml" Id="R6d4211495dae41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9c14fedaf4406e" /><Relationship Type="http://schemas.openxmlformats.org/officeDocument/2006/relationships/notesMaster" Target="/ppt/notesMasters/notesMaster1.xml" Id="R158a3b92babe41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cf09e6e2c04f7c" /><Relationship Type="http://schemas.openxmlformats.org/officeDocument/2006/relationships/notesMaster" Target="/ppt/notesMasters/notesMaster1.xml" Id="R85669b8c0f6b45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a1f36d615c4a8b" /><Relationship Type="http://schemas.openxmlformats.org/officeDocument/2006/relationships/notesMaster" Target="/ppt/notesMasters/notesMaster1.xml" Id="R7844a482f2a042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b544e03b5446e5" /><Relationship Type="http://schemas.openxmlformats.org/officeDocument/2006/relationships/notesMaster" Target="/ppt/notesMasters/notesMaster1.xml" Id="R062f652861fa48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c8502ece0b48d9" /><Relationship Type="http://schemas.openxmlformats.org/officeDocument/2006/relationships/notesMaster" Target="/ppt/notesMasters/notesMaster1.xml" Id="R126077a2537d41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中間発表型表紙の静止レイアウト見本。背景は素材枠で、動画も静止ポスターも未提供・未同梱。利用者の動画を指定された加工・無音・自動再生・ループ・次ページでの停止条件で埋め込む。対象アプリでの再生検証は別工程。本文のデザインはFIT型表紙を選んでも同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a8dedb62f642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ba3ae10db94e1a" /><Relationship Type="http://schemas.openxmlformats.org/officeDocument/2006/relationships/slideLayout" Target="/ppt/slideLayouts/slideLayout1.xml" Id="R0a5eeb090a844a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5eeb090a844a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a3adb562f43e4" /><Relationship Type="http://schemas.openxmlformats.org/officeDocument/2006/relationships/image" Target="/ppt/media/image.png" Id="R3934e8ef289f42c0" /><Relationship Type="http://schemas.openxmlformats.org/officeDocument/2006/relationships/notesSlide" Target="/ppt/notesSlides/notesSlide1.xml" Id="Rec5744bd09b74f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c42608362404d" /><Relationship Type="http://schemas.openxmlformats.org/officeDocument/2006/relationships/notesSlide" Target="/ppt/notesSlides/notesSlide2.xml" Id="Rb38837d09a574f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2e98684084c2d" /><Relationship Type="http://schemas.openxmlformats.org/officeDocument/2006/relationships/image" Target="/ppt/media/image2.png" Id="Rfc32e06682b64dba" /><Relationship Type="http://schemas.openxmlformats.org/officeDocument/2006/relationships/notesSlide" Target="/ppt/notesSlides/notesSlide3.xml" Id="R3166b18b6ec841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39cd14be040e4" /><Relationship Type="http://schemas.openxmlformats.org/officeDocument/2006/relationships/image" Target="/ppt/media/image3.png" Id="R7ae9e244246a427a" /><Relationship Type="http://schemas.openxmlformats.org/officeDocument/2006/relationships/notesSlide" Target="/ppt/notesSlides/notesSlide4.xml" Id="Rd5db4ba126e94a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94e7ead96438c" /><Relationship Type="http://schemas.openxmlformats.org/officeDocument/2006/relationships/image" Target="/ppt/media/image4.png" Id="R5ecfe005e6c14474" /><Relationship Type="http://schemas.openxmlformats.org/officeDocument/2006/relationships/notesSlide" Target="/ppt/notesSlides/notesSlide5.xml" Id="R1f6f6c1ab10f43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1eb9851024e5e" /><Relationship Type="http://schemas.openxmlformats.org/officeDocument/2006/relationships/image" Target="/ppt/media/image5.png" Id="Rff5a6015d2034b2e" /><Relationship Type="http://schemas.openxmlformats.org/officeDocument/2006/relationships/chart" Target="/ppt/slides/charts/chart1.xml" Id="Rf543687b78ea4063" /><Relationship Type="http://schemas.openxmlformats.org/officeDocument/2006/relationships/notesSlide" Target="/ppt/notesSlides/notesSlide6.xml" Id="R62f0514e08c640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fe495b3be4f09" /><Relationship Type="http://schemas.openxmlformats.org/officeDocument/2006/relationships/image" Target="/ppt/media/image6.png" Id="R9f41ed48425141e7" /><Relationship Type="http://schemas.openxmlformats.org/officeDocument/2006/relationships/notesSlide" Target="/ppt/notesSlides/notesSlide7.xml" Id="Rdec32d068cdd48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4b2669a714a40" /><Relationship Type="http://schemas.openxmlformats.org/officeDocument/2006/relationships/image" Target="/ppt/media/image7.png" Id="Re5dc75871b2e454c" /><Relationship Type="http://schemas.openxmlformats.org/officeDocument/2006/relationships/notesSlide" Target="/ppt/notesSlides/notesSlide8.xml" Id="R4ae932e5b4d541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74e0f5ddd41d9" /><Relationship Type="http://schemas.openxmlformats.org/officeDocument/2006/relationships/image" Target="/ppt/media/image8.png" Id="Rea3aa75ae117487f" /><Relationship Type="http://schemas.openxmlformats.org/officeDocument/2006/relationships/notesSlide" Target="/ppt/notesSlides/notesSlide9.xml" Id="R7536185920af49a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1分間隔 (小点)</c:v>
          </c:tx>
          <c:spPr>
            <a:solidFill xmlns:a="http://schemas.openxmlformats.org/drawingml/2006/main">
              <a:srgbClr val="66666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noFill xmlns:a="http://schemas.openxmlformats.org/drawingml/2006/main"/>
            </c:spPr>
          </c:marker>
          <c:xVal>
            <c:numRef>
              <c:f>'Chart Data'!$A$2:$A$14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Data'!$B$2:$B$14</c:f>
              <c:numCache>
                <c:formatCode>0</c:formatCode>
                <c:ptCount val="13"/>
                <c:pt idx="0">
                  <c:v>700</c:v>
                </c:pt>
                <c:pt idx="1">
                  <c:v>720</c:v>
                </c:pt>
                <c:pt idx="2">
                  <c:v>760</c:v>
                </c:pt>
                <c:pt idx="3">
                  <c:v>820</c:v>
                </c:pt>
                <c:pt idx="4">
                  <c:v>930</c:v>
                </c:pt>
                <c:pt idx="5">
                  <c:v>970</c:v>
                </c:pt>
                <c:pt idx="6">
                  <c:v>1120</c:v>
                </c:pt>
                <c:pt idx="7">
                  <c:v>1080</c:v>
                </c:pt>
                <c:pt idx="8">
                  <c:v>920</c:v>
                </c:pt>
                <c:pt idx="9">
                  <c:v>870</c:v>
                </c:pt>
                <c:pt idx="10">
                  <c:v>820</c:v>
                </c:pt>
                <c:pt idx="11">
                  <c:v>780</c:v>
                </c:pt>
                <c:pt idx="12">
                  <c:v>760</c:v>
                </c:pt>
              </c:numCache>
            </c:numRef>
          </c:yVal>
        </c:ser>
        <c:ser>
          <c:idx val="1"/>
          <c:order val="1"/>
          <c:tx>
            <c:v>5分間隔 (大点)</c:v>
          </c:tx>
          <c:spPr>
            <a:solidFill xmlns:a="http://schemas.openxmlformats.org/drawingml/2006/main">
              <a:srgbClr val="38761D"/>
            </a:solidFill>
            <a:ln xmlns:a="http://schemas.openxmlformats.org/drawingml/2006/main" w="0">
              <a:noFill/>
            </a:ln>
          </c:spPr>
          <c:marker>
            <c:symbol val="square"/>
            <c:size val="12"/>
            <c:spPr>
              <a:noFill xmlns:a="http://schemas.openxmlformats.org/drawingml/2006/main"/>
            </c:spPr>
          </c:marker>
          <c:xVal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xVal>
          <c:yVal>
            <c:numRef>
              <c:f>'Chart Data'!$D$2:$D$4</c:f>
              <c:numCache>
                <c:formatCode>0</c:formatCode>
                <c:ptCount val="3"/>
                <c:pt idx="0">
                  <c:v>700</c:v>
                </c:pt>
                <c:pt idx="1">
                  <c:v>970</c:v>
                </c:pt>
                <c:pt idx="2">
                  <c:v>820</c:v>
                </c:pt>
              </c:numCache>
            </c:numRef>
          </c:yVal>
        </c:ser>
        <c:ser>
          <c:idx val="2"/>
          <c:order val="2"/>
          <c:tx>
            <c:v>説明用の任意閾値</c:v>
          </c:tx>
          <c:spPr>
            <a:ln xmlns:a="http://schemas.openxmlformats.org/drawingml/2006/main" w="13335">
              <a:solidFill>
                <a:srgbClr val="777777"/>
              </a:solidFill>
              <a:prstDash val="dash"/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0</c:v>
                </c:pt>
                <c:pt idx="1">
                  <c:v>12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1000</c:v>
                </c:pt>
                <c:pt idx="1">
                  <c:v>1000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200"/>
          <c:min val="6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模擬濃度 [ppm]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50112"/>
        <c:majorUnit val="200"/>
      </c:valAx>
      <c:valAx>
        <c:axId val="48650112"/>
        <c:scaling>
          <c:orientation val="minMax"/>
          <c:max val="12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時刻 [分]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>
              <a:solidFill>
                <a:srgbClr val="17202A"/>
              </a:solidFill>
              <a:latin typeface="Noto Sans JP"/>
              <a:ea typeface="Noto Sans JP"/>
              <a:cs typeface="Noto Sans JP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-line">
            <a:extLst xmlns:a="http://schemas.openxmlformats.org/drawingml/2006/main">
              <a:ext uri="{FF2B5EF4-FFF2-40B4-BE49-F238E27FC236}">
                <a16:creationId xmlns:a16="http://schemas.microsoft.com/office/drawing/2014/main" id="{447434D0-0A16-4AE6-A306-9318B1D8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4e8ef289f42c0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E8E3E4B-7AE4-4134-9F95-8CEA951F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5ACED371-0E27-4FB4-8B98-295AAFD8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venue">
            <a:extLst xmlns:a="http://schemas.openxmlformats.org/drawingml/2006/main">
              <a:ext uri="{FF2B5EF4-FFF2-40B4-BE49-F238E27FC236}">
                <a16:creationId xmlns:a16="http://schemas.microsoft.com/office/drawing/2014/main" id="{5503702E-2B66-4979-A8C2-331BBB2A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6" name="topic">
            <a:extLst xmlns:a="http://schemas.openxmlformats.org/drawingml/2006/main">
              <a:ext uri="{FF2B5EF4-FFF2-40B4-BE49-F238E27FC236}">
                <a16:creationId xmlns:a16="http://schemas.microsoft.com/office/drawing/2014/main" id="{C773E99D-9C03-4553-BA3D-4CA7A422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4577"/>
            <a:ext cx="7772400" cy="1102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7" name="affiliation">
            <a:extLst xmlns:a="http://schemas.openxmlformats.org/drawingml/2006/main">
              <a:ext uri="{FF2B5EF4-FFF2-40B4-BE49-F238E27FC236}">
                <a16:creationId xmlns:a16="http://schemas.microsoft.com/office/drawing/2014/main" id="{23FA7F74-CCA0-4150-96B8-EE20A375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8" name="author">
            <a:extLst xmlns:a="http://schemas.openxmlformats.org/drawingml/2006/main">
              <a:ext uri="{FF2B5EF4-FFF2-40B4-BE49-F238E27FC236}">
                <a16:creationId xmlns:a16="http://schemas.microsoft.com/office/drawing/2014/main" id="{6EA0A61A-A57F-421E-A342-C45BE595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9" name="research-photo-slot">
            <a:extLst xmlns:a="http://schemas.openxmlformats.org/drawingml/2006/main">
              <a:ext uri="{FF2B5EF4-FFF2-40B4-BE49-F238E27FC236}">
                <a16:creationId xmlns:a16="http://schemas.microsoft.com/office/drawing/2014/main" id="{666C34DE-26AC-4522-B99E-6072FB80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800350"/>
            <a:ext cx="24574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9AA09A"/>
            </a:solidFill>
            <a:prstDash val="solid"/>
          </a:ln>
        </p:spPr>
      </p:sp>
      <p:sp>
        <p:nvSpPr>
          <p:cNvPr id="10" name="photo-slot-label">
            <a:extLst xmlns:a="http://schemas.openxmlformats.org/drawingml/2006/main">
              <a:ext uri="{FF2B5EF4-FFF2-40B4-BE49-F238E27FC236}">
                <a16:creationId xmlns:a16="http://schemas.microsoft.com/office/drawing/2014/main" id="{888B936E-6798-420F-97D5-0BC422F5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09925"/>
            <a:ext cx="226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研究対象の写真枠</a:t>
            </a:r>
          </a:p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写真は未同梱</a:t>
            </a:r>
          </a:p>
        </p:txBody>
      </p:sp>
    </p:spTree>
    <p:extLst>
      <p:ext uri="{BB962C8B-B14F-4D97-AF65-F5344CB8AC3E}">
        <p14:creationId xmlns:p14="http://schemas.microsoft.com/office/powerpoint/2010/main" val="15508006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3742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enue">
            <a:extLst xmlns:a="http://schemas.openxmlformats.org/drawingml/2006/main">
              <a:ext uri="{FF2B5EF4-FFF2-40B4-BE49-F238E27FC236}">
                <a16:creationId xmlns:a16="http://schemas.microsoft.com/office/drawing/2014/main" id="{4C6719A6-1271-4569-B6C6-EE9DC3B7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"/>
            <a:ext cx="822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DFC5A7EC-187B-4BDC-97FD-BC06B4E2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800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3" name="affiliation">
            <a:extLst xmlns:a="http://schemas.openxmlformats.org/drawingml/2006/main">
              <a:ext uri="{FF2B5EF4-FFF2-40B4-BE49-F238E27FC236}">
                <a16:creationId xmlns:a16="http://schemas.microsoft.com/office/drawing/2014/main" id="{E384D41C-E821-43E4-88B0-264E6F9F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4" name="author">
            <a:extLst xmlns:a="http://schemas.openxmlformats.org/drawingml/2006/main">
              <a:ext uri="{FF2B5EF4-FFF2-40B4-BE49-F238E27FC236}">
                <a16:creationId xmlns:a16="http://schemas.microsoft.com/office/drawing/2014/main" id="{A2F63464-6598-48DD-8352-6925B0D8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5" name="media-placeholder">
            <a:extLst xmlns:a="http://schemas.openxmlformats.org/drawingml/2006/main">
              <a:ext uri="{FF2B5EF4-FFF2-40B4-BE49-F238E27FC236}">
                <a16:creationId xmlns:a16="http://schemas.microsoft.com/office/drawing/2014/main" id="{EDE6825C-DA90-4467-8D3C-0FCB0CE1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862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全面を動画・静止ポスターに置換する配置見本</a:t>
            </a:r>
          </a:p>
        </p:txBody>
      </p:sp>
      <p:sp>
        <p:nvSpPr>
          <p:cNvPr id="6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16DAFF6A-A321-4223-A673-1D158C9D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148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DE2E5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DDE2E5"/>
                </a:solidFill>
                <a:latin typeface="Noto Sans JP"/>
                <a:ea typeface="Noto Sans JP"/>
                <a:cs typeface="Noto Sans JP"/>
              </a:rPr>
              <a:t>架空作例／静止レイアウト／実動画は未同梱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1FF7DC57-CEF9-430C-BA46-72BEF788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532117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CD8DCBF0-DCB5-442F-92BB-E721B18E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2e06682b64dba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25ECE44-CA86-4CB9-813A-A4814E84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5A169156-55AC-404A-B66C-8ECCA487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3">
            <a:extLst xmlns:a="http://schemas.openxmlformats.org/drawingml/2006/main">
              <a:ext uri="{FF2B5EF4-FFF2-40B4-BE49-F238E27FC236}">
                <a16:creationId xmlns:a16="http://schemas.microsoft.com/office/drawing/2014/main" id="{B6797448-1DEE-4EB3-B191-90C49EDA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目次</a:t>
            </a:r>
          </a:p>
        </p:txBody>
      </p:sp>
      <p:sp>
        <p:nvSpPr>
          <p:cNvPr id="6" name="running-title-3">
            <a:extLst xmlns:a="http://schemas.openxmlformats.org/drawingml/2006/main">
              <a:ext uri="{FF2B5EF4-FFF2-40B4-BE49-F238E27FC236}">
                <a16:creationId xmlns:a16="http://schemas.microsoft.com/office/drawing/2014/main" id="{28BC48D8-73E4-4DAA-8580-D8BC5635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22D3E7A-2D8D-499C-B592-E76DA4BC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目次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179B518C-D659-42FD-BC5B-F132218A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研究のねらい、しくみ、ここまでの結果、今後の展望</a:t>
            </a:r>
          </a:p>
        </p:txBody>
      </p:sp>
      <p:sp>
        <p:nvSpPr>
          <p:cNvPr id="9" name="toc-label-0">
            <a:extLst xmlns:a="http://schemas.openxmlformats.org/drawingml/2006/main">
              <a:ext uri="{FF2B5EF4-FFF2-40B4-BE49-F238E27FC236}">
                <a16:creationId xmlns:a16="http://schemas.microsoft.com/office/drawing/2014/main" id="{5EF5D9AA-C55C-420D-BB27-F9AF15E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97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10" name="toc-image-slot-0">
            <a:extLst xmlns:a="http://schemas.openxmlformats.org/drawingml/2006/main">
              <a:ext uri="{FF2B5EF4-FFF2-40B4-BE49-F238E27FC236}">
                <a16:creationId xmlns:a16="http://schemas.microsoft.com/office/drawing/2014/main" id="{87200B74-5F71-4235-B376-3D0561B7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716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1" name="toc-image-label-0">
            <a:extLst xmlns:a="http://schemas.openxmlformats.org/drawingml/2006/main">
              <a:ext uri="{FF2B5EF4-FFF2-40B4-BE49-F238E27FC236}">
                <a16:creationId xmlns:a16="http://schemas.microsoft.com/office/drawing/2014/main" id="{7D8FFD9C-32A8-4E50-B7E6-9CC7D46E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利用場面の画像枠</a:t>
            </a:r>
          </a:p>
        </p:txBody>
      </p:sp>
      <p:sp>
        <p:nvSpPr>
          <p:cNvPr id="12" name="toc-label-1">
            <a:extLst xmlns:a="http://schemas.openxmlformats.org/drawingml/2006/main">
              <a:ext uri="{FF2B5EF4-FFF2-40B4-BE49-F238E27FC236}">
                <a16:creationId xmlns:a16="http://schemas.microsoft.com/office/drawing/2014/main" id="{E424823D-E41D-4A0C-9FE4-54C306FE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6097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3" name="toc-image-slot-1">
            <a:extLst xmlns:a="http://schemas.openxmlformats.org/drawingml/2006/main">
              <a:ext uri="{FF2B5EF4-FFF2-40B4-BE49-F238E27FC236}">
                <a16:creationId xmlns:a16="http://schemas.microsoft.com/office/drawing/2014/main" id="{98A2516F-21A8-4C40-9753-C8904141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716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4" name="toc-image-label-1">
            <a:extLst xmlns:a="http://schemas.openxmlformats.org/drawingml/2006/main">
              <a:ext uri="{FF2B5EF4-FFF2-40B4-BE49-F238E27FC236}">
                <a16:creationId xmlns:a16="http://schemas.microsoft.com/office/drawing/2014/main" id="{B2466703-1AD5-4EE8-A9A1-690CCBD0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193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手法・実機の画像枠</a:t>
            </a:r>
          </a:p>
        </p:txBody>
      </p:sp>
      <p:sp>
        <p:nvSpPr>
          <p:cNvPr id="15" name="toc-label-2">
            <a:extLst xmlns:a="http://schemas.openxmlformats.org/drawingml/2006/main">
              <a:ext uri="{FF2B5EF4-FFF2-40B4-BE49-F238E27FC236}">
                <a16:creationId xmlns:a16="http://schemas.microsoft.com/office/drawing/2014/main" id="{80F3C4C3-B764-4F4B-8BCC-80CD9C0E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6" name="toc-image-slot-2">
            <a:extLst xmlns:a="http://schemas.openxmlformats.org/drawingml/2006/main">
              <a:ext uri="{FF2B5EF4-FFF2-40B4-BE49-F238E27FC236}">
                <a16:creationId xmlns:a16="http://schemas.microsoft.com/office/drawing/2014/main" id="{96F88C99-BC84-44D7-B690-CD45FDCA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289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7" name="toc-image-label-2">
            <a:extLst xmlns:a="http://schemas.openxmlformats.org/drawingml/2006/main">
              <a:ext uri="{FF2B5EF4-FFF2-40B4-BE49-F238E27FC236}">
                <a16:creationId xmlns:a16="http://schemas.microsoft.com/office/drawing/2014/main" id="{2EF0AC1C-3CF4-4DE7-99F9-98724891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評価・結果図の画像枠</a:t>
            </a:r>
          </a:p>
        </p:txBody>
      </p:sp>
      <p:sp>
        <p:nvSpPr>
          <p:cNvPr id="18" name="toc-label-3">
            <a:extLst xmlns:a="http://schemas.openxmlformats.org/drawingml/2006/main">
              <a:ext uri="{FF2B5EF4-FFF2-40B4-BE49-F238E27FC236}">
                <a16:creationId xmlns:a16="http://schemas.microsoft.com/office/drawing/2014/main" id="{17ED5554-B8A1-4B3D-BBC1-44D595AB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670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9" name="toc-image-slot-3">
            <a:extLst xmlns:a="http://schemas.openxmlformats.org/drawingml/2006/main">
              <a:ext uri="{FF2B5EF4-FFF2-40B4-BE49-F238E27FC236}">
                <a16:creationId xmlns:a16="http://schemas.microsoft.com/office/drawing/2014/main" id="{24590022-86B2-4396-BCD4-26C06C71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289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20" name="toc-image-label-3">
            <a:extLst xmlns:a="http://schemas.openxmlformats.org/drawingml/2006/main">
              <a:ext uri="{FF2B5EF4-FFF2-40B4-BE49-F238E27FC236}">
                <a16:creationId xmlns:a16="http://schemas.microsoft.com/office/drawing/2014/main" id="{23CF8BFE-41AC-4A92-9195-37A0E72F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766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構想図の画像枠（計画）</a:t>
            </a:r>
          </a:p>
        </p:txBody>
      </p:sp>
      <p:sp>
        <p:nvSpPr>
          <p:cNvPr id="21" name="toc-rule-vertical">
            <a:extLst xmlns:a="http://schemas.openxmlformats.org/drawingml/2006/main">
              <a:ext uri="{FF2B5EF4-FFF2-40B4-BE49-F238E27FC236}">
                <a16:creationId xmlns:a16="http://schemas.microsoft.com/office/drawing/2014/main" id="{02B31645-70A8-49FD-80CF-CF76822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62100"/>
            <a:ext cx="9525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oc-rule-horizontal">
            <a:extLst xmlns:a="http://schemas.openxmlformats.org/drawingml/2006/main">
              <a:ext uri="{FF2B5EF4-FFF2-40B4-BE49-F238E27FC236}">
                <a16:creationId xmlns:a16="http://schemas.microsoft.com/office/drawing/2014/main" id="{0791F0E3-5EDE-4A04-A874-2BF7E1CE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9875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lot-disclosure">
            <a:extLst xmlns:a="http://schemas.openxmlformats.org/drawingml/2006/main">
              <a:ext uri="{FF2B5EF4-FFF2-40B4-BE49-F238E27FC236}">
                <a16:creationId xmlns:a16="http://schemas.microsoft.com/office/drawing/2014/main" id="{4CAA2F64-3CE9-420F-9A52-9119C52D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100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画像は各章の資料から選ぶ。ここでは配置枠のみを示す</a:t>
            </a:r>
          </a:p>
        </p:txBody>
      </p:sp>
    </p:spTree>
    <p:extLst>
      <p:ext uri="{BB962C8B-B14F-4D97-AF65-F5344CB8AC3E}">
        <p14:creationId xmlns:p14="http://schemas.microsoft.com/office/powerpoint/2010/main" val="1538059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9e244246a427a"/>
          <a:stretch xmlns:a="http://schemas.openxmlformats.org/drawingml/2006/main"/>
        </p:blipFill>
        <p:spPr>
          <a:xfrm xmlns:a="http://schemas.openxmlformats.org/drawingml/2006/main">
            <a:off x="7697419" y="502920"/>
            <a:ext cx="1107338" cy="310965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CE9FED70-B401-4D6B-9AB7-37E3D863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518AA6D0-C7D9-478A-81EC-982C71A0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4" name="running-chapter-4">
            <a:extLst xmlns:a="http://schemas.openxmlformats.org/drawingml/2006/main">
              <a:ext uri="{FF2B5EF4-FFF2-40B4-BE49-F238E27FC236}">
                <a16:creationId xmlns:a16="http://schemas.microsoft.com/office/drawing/2014/main" id="{F084B203-9F1E-4DBC-88F9-781FE523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5" name="running-title-4">
            <a:extLst xmlns:a="http://schemas.openxmlformats.org/drawingml/2006/main">
              <a:ext uri="{FF2B5EF4-FFF2-40B4-BE49-F238E27FC236}">
                <a16:creationId xmlns:a16="http://schemas.microsoft.com/office/drawing/2014/main" id="{8819AECB-9B4F-4EC4-B090-5F71B8A4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upper-chapter-band">
            <a:extLst xmlns:a="http://schemas.openxmlformats.org/drawingml/2006/main">
              <a:ext uri="{FF2B5EF4-FFF2-40B4-BE49-F238E27FC236}">
                <a16:creationId xmlns:a16="http://schemas.microsoft.com/office/drawing/2014/main" id="{5FA7E7E2-D809-423D-BC3C-764CEEAE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"/>
            <a:ext cx="7772400" cy="821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apter">
            <a:extLst xmlns:a="http://schemas.openxmlformats.org/drawingml/2006/main">
              <a:ext uri="{FF2B5EF4-FFF2-40B4-BE49-F238E27FC236}">
                <a16:creationId xmlns:a16="http://schemas.microsoft.com/office/drawing/2014/main" id="{B85FD012-92C3-45E8-B96C-6526D028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3" y="1035844"/>
            <a:ext cx="7358063" cy="650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 ここまでの結果</a:t>
            </a:r>
          </a:p>
        </p:txBody>
      </p:sp>
      <p:sp>
        <p:nvSpPr>
          <p:cNvPr id="8" name="chapter-guide">
            <a:extLst xmlns:a="http://schemas.openxmlformats.org/drawingml/2006/main">
              <a:ext uri="{FF2B5EF4-FFF2-40B4-BE49-F238E27FC236}">
                <a16:creationId xmlns:a16="http://schemas.microsoft.com/office/drawing/2014/main" id="{84DA4705-7167-44C0-A820-1FF8C86E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7715250" cy="785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合成データで確認したことと、残る課題</a:t>
            </a:r>
          </a:p>
        </p:txBody>
      </p:sp>
    </p:spTree>
    <p:extLst>
      <p:ext uri="{BB962C8B-B14F-4D97-AF65-F5344CB8AC3E}">
        <p14:creationId xmlns:p14="http://schemas.microsoft.com/office/powerpoint/2010/main" val="12060653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footer-line">
            <a:extLst xmlns:a="http://schemas.openxmlformats.org/drawingml/2006/main">
              <a:ext uri="{FF2B5EF4-FFF2-40B4-BE49-F238E27FC236}">
                <a16:creationId xmlns:a16="http://schemas.microsoft.com/office/drawing/2014/main" id="{6CEF54DC-135E-438F-AB25-3E073DB2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fe005e6c14474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AE0E050-A8B5-4625-B3C0-EF1C1252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6CFDA008-220E-4298-B430-2C60C47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5">
            <a:extLst xmlns:a="http://schemas.openxmlformats.org/drawingml/2006/main">
              <a:ext uri="{FF2B5EF4-FFF2-40B4-BE49-F238E27FC236}">
                <a16:creationId xmlns:a16="http://schemas.microsoft.com/office/drawing/2014/main" id="{FF8D5020-E6CE-4A6B-9BD5-E54B9270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6" name="running-title-5">
            <a:extLst xmlns:a="http://schemas.openxmlformats.org/drawingml/2006/main">
              <a:ext uri="{FF2B5EF4-FFF2-40B4-BE49-F238E27FC236}">
                <a16:creationId xmlns:a16="http://schemas.microsoft.com/office/drawing/2014/main" id="{2DFEF992-208B-462D-BB89-8875C51E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39D3992-F4C8-4F54-BBF4-F60019BB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同じ入力の間引き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9EE4A592-CE09-4C6C-9DF2-4C2043B0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全13点から、0・5・10分の3点だけを保持する [1]</a:t>
            </a:r>
          </a:p>
        </p:txBody>
      </p:sp>
      <p:sp>
        <p:nvSpPr>
          <p:cNvPr id="9" name="all-label">
            <a:extLst xmlns:a="http://schemas.openxmlformats.org/drawingml/2006/main">
              <a:ext uri="{FF2B5EF4-FFF2-40B4-BE49-F238E27FC236}">
                <a16:creationId xmlns:a16="http://schemas.microsoft.com/office/drawing/2014/main" id="{38E0CFF2-33A0-45F4-89BD-6B7CEC6C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1分間隔の入力</a:t>
            </a:r>
          </a:p>
        </p:txBody>
      </p:sp>
      <p:sp>
        <p:nvSpPr>
          <p:cNvPr id="10" name="kept-label">
            <a:extLst xmlns:a="http://schemas.openxmlformats.org/drawingml/2006/main">
              <a:ext uri="{FF2B5EF4-FFF2-40B4-BE49-F238E27FC236}">
                <a16:creationId xmlns:a16="http://schemas.microsoft.com/office/drawing/2014/main" id="{CDDF9E05-EDCF-4A65-BD97-33342E78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956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5分間隔で保持</a:t>
            </a:r>
          </a:p>
        </p:txBody>
      </p:sp>
      <p:sp>
        <p:nvSpPr>
          <p:cNvPr id="11" name="input-0">
            <a:extLst xmlns:a="http://schemas.openxmlformats.org/drawingml/2006/main">
              <a:ext uri="{FF2B5EF4-FFF2-40B4-BE49-F238E27FC236}">
                <a16:creationId xmlns:a16="http://schemas.microsoft.com/office/drawing/2014/main" id="{A79EC208-DF17-4D98-BA12-151E8982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inute-0">
            <a:extLst xmlns:a="http://schemas.openxmlformats.org/drawingml/2006/main">
              <a:ext uri="{FF2B5EF4-FFF2-40B4-BE49-F238E27FC236}">
                <a16:creationId xmlns:a16="http://schemas.microsoft.com/office/drawing/2014/main" id="{E9C5622D-0F67-4FD2-A14B-2F108C57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0</a:t>
            </a:r>
          </a:p>
        </p:txBody>
      </p:sp>
      <p:sp>
        <p:nvSpPr>
          <p:cNvPr id="13" name="retained-0">
            <a:extLst xmlns:a="http://schemas.openxmlformats.org/drawingml/2006/main">
              <a:ext uri="{FF2B5EF4-FFF2-40B4-BE49-F238E27FC236}">
                <a16:creationId xmlns:a16="http://schemas.microsoft.com/office/drawing/2014/main" id="{B02AD77E-955B-4D6D-929B-91EE45B4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60" name=""/>
          <p:cNvCxnSpPr>
            <a:stCxn xmlns:a="http://schemas.openxmlformats.org/drawingml/2006/main" id="11" idx="4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33242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15" name="input-1">
            <a:extLst xmlns:a="http://schemas.openxmlformats.org/drawingml/2006/main">
              <a:ext uri="{FF2B5EF4-FFF2-40B4-BE49-F238E27FC236}">
                <a16:creationId xmlns:a16="http://schemas.microsoft.com/office/drawing/2014/main" id="{09C27231-DEE0-459F-A0DE-AF78F153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inute-1">
            <a:extLst xmlns:a="http://schemas.openxmlformats.org/drawingml/2006/main">
              <a:ext uri="{FF2B5EF4-FFF2-40B4-BE49-F238E27FC236}">
                <a16:creationId xmlns:a16="http://schemas.microsoft.com/office/drawing/2014/main" id="{29544B49-B300-42D4-A07D-308A05BF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17" name="input-2">
            <a:extLst xmlns:a="http://schemas.openxmlformats.org/drawingml/2006/main">
              <a:ext uri="{FF2B5EF4-FFF2-40B4-BE49-F238E27FC236}">
                <a16:creationId xmlns:a16="http://schemas.microsoft.com/office/drawing/2014/main" id="{DF855C2B-8853-4420-A3D8-7124CA49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inute-2">
            <a:extLst xmlns:a="http://schemas.openxmlformats.org/drawingml/2006/main">
              <a:ext uri="{FF2B5EF4-FFF2-40B4-BE49-F238E27FC236}">
                <a16:creationId xmlns:a16="http://schemas.microsoft.com/office/drawing/2014/main" id="{F9A50981-4F80-4752-836D-4C9C22FE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9" name="input-3">
            <a:extLst xmlns:a="http://schemas.openxmlformats.org/drawingml/2006/main">
              <a:ext uri="{FF2B5EF4-FFF2-40B4-BE49-F238E27FC236}">
                <a16:creationId xmlns:a16="http://schemas.microsoft.com/office/drawing/2014/main" id="{65C106FB-7811-4808-9A3B-A8581A93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inute-3">
            <a:extLst xmlns:a="http://schemas.openxmlformats.org/drawingml/2006/main">
              <a:ext uri="{FF2B5EF4-FFF2-40B4-BE49-F238E27FC236}">
                <a16:creationId xmlns:a16="http://schemas.microsoft.com/office/drawing/2014/main" id="{953DFDF5-A3CF-4C0A-8330-28721807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input-4">
            <a:extLst xmlns:a="http://schemas.openxmlformats.org/drawingml/2006/main">
              <a:ext uri="{FF2B5EF4-FFF2-40B4-BE49-F238E27FC236}">
                <a16:creationId xmlns:a16="http://schemas.microsoft.com/office/drawing/2014/main" id="{583BF31E-F914-4B2A-B526-F4E0CCF0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minute-4">
            <a:extLst xmlns:a="http://schemas.openxmlformats.org/drawingml/2006/main">
              <a:ext uri="{FF2B5EF4-FFF2-40B4-BE49-F238E27FC236}">
                <a16:creationId xmlns:a16="http://schemas.microsoft.com/office/drawing/2014/main" id="{EF9E85FB-03A1-4AB3-94C7-D9F6A440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23" name="input-5">
            <a:extLst xmlns:a="http://schemas.openxmlformats.org/drawingml/2006/main">
              <a:ext uri="{FF2B5EF4-FFF2-40B4-BE49-F238E27FC236}">
                <a16:creationId xmlns:a16="http://schemas.microsoft.com/office/drawing/2014/main" id="{16B3B8F5-C612-4398-BBCF-CB8603BE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minute-5">
            <a:extLst xmlns:a="http://schemas.openxmlformats.org/drawingml/2006/main">
              <a:ext uri="{FF2B5EF4-FFF2-40B4-BE49-F238E27FC236}">
                <a16:creationId xmlns:a16="http://schemas.microsoft.com/office/drawing/2014/main" id="{89F14E31-BEA9-43DC-BADB-09177DE9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5</a:t>
            </a:r>
          </a:p>
        </p:txBody>
      </p:sp>
      <p:sp>
        <p:nvSpPr>
          <p:cNvPr id="25" name="retained-5">
            <a:extLst xmlns:a="http://schemas.openxmlformats.org/drawingml/2006/main">
              <a:ext uri="{FF2B5EF4-FFF2-40B4-BE49-F238E27FC236}">
                <a16:creationId xmlns:a16="http://schemas.microsoft.com/office/drawing/2014/main" id="{CA9A171D-CF29-44C6-9592-D976CDDB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72" name=""/>
          <p:cNvCxnSpPr>
            <a:stCxn xmlns:a="http://schemas.openxmlformats.org/drawingml/2006/main" id="23" idx="4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532447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27" name="input-6">
            <a:extLst xmlns:a="http://schemas.openxmlformats.org/drawingml/2006/main">
              <a:ext uri="{FF2B5EF4-FFF2-40B4-BE49-F238E27FC236}">
                <a16:creationId xmlns:a16="http://schemas.microsoft.com/office/drawing/2014/main" id="{7980C339-F2BE-4E41-B247-60F8D847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inute-6">
            <a:extLst xmlns:a="http://schemas.openxmlformats.org/drawingml/2006/main">
              <a:ext uri="{FF2B5EF4-FFF2-40B4-BE49-F238E27FC236}">
                <a16:creationId xmlns:a16="http://schemas.microsoft.com/office/drawing/2014/main" id="{0DDB937B-825C-481D-9E16-3EF2ABDA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6</a:t>
            </a:r>
          </a:p>
        </p:txBody>
      </p:sp>
      <p:sp>
        <p:nvSpPr>
          <p:cNvPr id="29" name="input-7">
            <a:extLst xmlns:a="http://schemas.openxmlformats.org/drawingml/2006/main">
              <a:ext uri="{FF2B5EF4-FFF2-40B4-BE49-F238E27FC236}">
                <a16:creationId xmlns:a16="http://schemas.microsoft.com/office/drawing/2014/main" id="{B382E472-DC79-4FCA-9FA5-584833BE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minute-7">
            <a:extLst xmlns:a="http://schemas.openxmlformats.org/drawingml/2006/main">
              <a:ext uri="{FF2B5EF4-FFF2-40B4-BE49-F238E27FC236}">
                <a16:creationId xmlns:a16="http://schemas.microsoft.com/office/drawing/2014/main" id="{2D5C0F4B-5707-4BBD-ABB0-FB6D8451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7</a:t>
            </a:r>
          </a:p>
        </p:txBody>
      </p:sp>
      <p:sp>
        <p:nvSpPr>
          <p:cNvPr id="31" name="input-8">
            <a:extLst xmlns:a="http://schemas.openxmlformats.org/drawingml/2006/main">
              <a:ext uri="{FF2B5EF4-FFF2-40B4-BE49-F238E27FC236}">
                <a16:creationId xmlns:a16="http://schemas.microsoft.com/office/drawing/2014/main" id="{E61B9A16-1209-4744-B395-89A61F43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inute-8">
            <a:extLst xmlns:a="http://schemas.openxmlformats.org/drawingml/2006/main">
              <a:ext uri="{FF2B5EF4-FFF2-40B4-BE49-F238E27FC236}">
                <a16:creationId xmlns:a16="http://schemas.microsoft.com/office/drawing/2014/main" id="{208ECD8C-28FB-4DB9-A689-2232AB5A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8</a:t>
            </a:r>
          </a:p>
        </p:txBody>
      </p:sp>
      <p:sp>
        <p:nvSpPr>
          <p:cNvPr id="33" name="input-9">
            <a:extLst xmlns:a="http://schemas.openxmlformats.org/drawingml/2006/main">
              <a:ext uri="{FF2B5EF4-FFF2-40B4-BE49-F238E27FC236}">
                <a16:creationId xmlns:a16="http://schemas.microsoft.com/office/drawing/2014/main" id="{EE7A1647-BDA5-4FE3-80E4-8D0BA21F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minute-9">
            <a:extLst xmlns:a="http://schemas.openxmlformats.org/drawingml/2006/main">
              <a:ext uri="{FF2B5EF4-FFF2-40B4-BE49-F238E27FC236}">
                <a16:creationId xmlns:a16="http://schemas.microsoft.com/office/drawing/2014/main" id="{3F3A3364-FEDD-4E40-8729-6BDCD6E84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9</a:t>
            </a:r>
          </a:p>
        </p:txBody>
      </p:sp>
      <p:sp>
        <p:nvSpPr>
          <p:cNvPr id="35" name="input-10">
            <a:extLst xmlns:a="http://schemas.openxmlformats.org/drawingml/2006/main">
              <a:ext uri="{FF2B5EF4-FFF2-40B4-BE49-F238E27FC236}">
                <a16:creationId xmlns:a16="http://schemas.microsoft.com/office/drawing/2014/main" id="{878493E5-DC2E-4767-BDAB-0A8715D1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minute-10">
            <a:extLst xmlns:a="http://schemas.openxmlformats.org/drawingml/2006/main">
              <a:ext uri="{FF2B5EF4-FFF2-40B4-BE49-F238E27FC236}">
                <a16:creationId xmlns:a16="http://schemas.microsoft.com/office/drawing/2014/main" id="{16AA224B-6F33-4F81-8D86-9D25E19F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10</a:t>
            </a:r>
          </a:p>
        </p:txBody>
      </p:sp>
      <p:sp>
        <p:nvSpPr>
          <p:cNvPr id="37" name="retained-10">
            <a:extLst xmlns:a="http://schemas.openxmlformats.org/drawingml/2006/main">
              <a:ext uri="{FF2B5EF4-FFF2-40B4-BE49-F238E27FC236}">
                <a16:creationId xmlns:a16="http://schemas.microsoft.com/office/drawing/2014/main" id="{DCAD5104-2C6C-4EDC-B88B-D19305FB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cxnSp>
        <p:nvCxnSpPr>
          <p:cNvPr id="84" name=""/>
          <p:cNvCxnSpPr>
            <a:stCxn xmlns:a="http://schemas.openxmlformats.org/drawingml/2006/main" id="35" idx="4"/>
            <a:endCxn xmlns:a="http://schemas.openxmlformats.org/drawingml/2006/main" id="37" idx="0"/>
          </p:cNvCxnSpPr>
          <p:nvPr/>
        </p:nvCxnSpPr>
        <p:spPr>
          <a:xfrm xmlns:a="http://schemas.openxmlformats.org/drawingml/2006/main">
            <a:off x="73247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39" name="input-11">
            <a:extLst xmlns:a="http://schemas.openxmlformats.org/drawingml/2006/main">
              <a:ext uri="{FF2B5EF4-FFF2-40B4-BE49-F238E27FC236}">
                <a16:creationId xmlns:a16="http://schemas.microsoft.com/office/drawing/2014/main" id="{0844FA5A-C7A1-4916-9E9E-60EFFE44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minute-11">
            <a:extLst xmlns:a="http://schemas.openxmlformats.org/drawingml/2006/main">
              <a:ext uri="{FF2B5EF4-FFF2-40B4-BE49-F238E27FC236}">
                <a16:creationId xmlns:a16="http://schemas.microsoft.com/office/drawing/2014/main" id="{CC76DB99-C936-43BF-82CB-FF1B1466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11</a:t>
            </a:r>
          </a:p>
        </p:txBody>
      </p:sp>
      <p:sp>
        <p:nvSpPr>
          <p:cNvPr id="41" name="input-12">
            <a:extLst xmlns:a="http://schemas.openxmlformats.org/drawingml/2006/main">
              <a:ext uri="{FF2B5EF4-FFF2-40B4-BE49-F238E27FC236}">
                <a16:creationId xmlns:a16="http://schemas.microsoft.com/office/drawing/2014/main" id="{81704F39-36C7-4F5D-BD81-7D23EDE0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minute-12">
            <a:extLst xmlns:a="http://schemas.openxmlformats.org/drawingml/2006/main">
              <a:ext uri="{FF2B5EF4-FFF2-40B4-BE49-F238E27FC236}">
                <a16:creationId xmlns:a16="http://schemas.microsoft.com/office/drawing/2014/main" id="{6C7F1E4F-085F-4EB6-8817-96D6CE6B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12</a:t>
            </a:r>
          </a:p>
        </p:txBody>
      </p:sp>
      <p:sp>
        <p:nvSpPr>
          <p:cNvPr id="43" name="axis-unit">
            <a:extLst xmlns:a="http://schemas.openxmlformats.org/drawingml/2006/main">
              <a:ext uri="{FF2B5EF4-FFF2-40B4-BE49-F238E27FC236}">
                <a16:creationId xmlns:a16="http://schemas.microsoft.com/office/drawing/2014/main" id="{6E1919AF-2436-418E-A3A1-9968D174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時刻 [分]</a:t>
            </a:r>
          </a:p>
        </p:txBody>
      </p:sp>
      <p:sp>
        <p:nvSpPr>
          <p:cNvPr id="44" name="arrow-meaning">
            <a:extLst xmlns:a="http://schemas.openxmlformats.org/drawingml/2006/main">
              <a:ext uri="{FF2B5EF4-FFF2-40B4-BE49-F238E27FC236}">
                <a16:creationId xmlns:a16="http://schemas.microsoft.com/office/drawing/2014/main" id="{543CFC32-CC90-4D76-99F0-B1538B8C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9092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矢印は「保持する点」の対応</a:t>
            </a:r>
          </a:p>
        </p:txBody>
      </p:sp>
      <p:sp>
        <p:nvSpPr>
          <p:cNvPr id="45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B706DFE-0FB0-48CC-A83F-96880211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合成系列1例／開始時刻0分／間引き処理だけを確認</a:t>
            </a:r>
          </a:p>
        </p:txBody>
      </p:sp>
      <p:sp>
        <p:nvSpPr>
          <p:cNvPr id="46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8520B2F2-E973-4CE1-8D74-17000008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21001560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E1C12BEF-8A63-4221-9669-2D2986D8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5a6015d2034b2e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D8BDB91-D142-40FC-84F8-726FA449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EEF31DD0-9C4F-4A16-865F-39130CD2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6">
            <a:extLst xmlns:a="http://schemas.openxmlformats.org/drawingml/2006/main">
              <a:ext uri="{FF2B5EF4-FFF2-40B4-BE49-F238E27FC236}">
                <a16:creationId xmlns:a16="http://schemas.microsoft.com/office/drawing/2014/main" id="{FEC1C188-F101-4023-A0CF-937F1280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6" name="running-title-6">
            <a:extLst xmlns:a="http://schemas.openxmlformats.org/drawingml/2006/main">
              <a:ext uri="{FF2B5EF4-FFF2-40B4-BE49-F238E27FC236}">
                <a16:creationId xmlns:a16="http://schemas.microsoft.com/office/drawing/2014/main" id="{57527F54-78DD-4349-8B38-D54CDA4E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30FD4D1D-E703-4B8C-A10F-7C51628E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この例では高い値が記録に残らない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430A116E-0C0C-4EF3-9F9C-F2B52C0E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5分間隔の保持点には、1000 ppmを超える値がない [1]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38150" y="1571625"/>
          <a:ext xmlns:a="http://schemas.openxmlformats.org/drawingml/2006/main" cx="6210300" cy="2305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43687b78ea4063"/>
          </a:graphicData>
        </a:graphic>
      </p:graphicFrame>
      <p:sp>
        <p:nvSpPr>
          <p:cNvPr id="10" name="maximum-label">
            <a:extLst xmlns:a="http://schemas.openxmlformats.org/drawingml/2006/main">
              <a:ext uri="{FF2B5EF4-FFF2-40B4-BE49-F238E27FC236}">
                <a16:creationId xmlns:a16="http://schemas.microsoft.com/office/drawing/2014/main" id="{E3D40DB3-98CE-4CBF-A9B8-F0C9EFCB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811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保持最大値</a:t>
            </a:r>
          </a:p>
        </p:txBody>
      </p:sp>
      <p:sp>
        <p:nvSpPr>
          <p:cNvPr id="11" name="all-max">
            <a:extLst xmlns:a="http://schemas.openxmlformats.org/drawingml/2006/main">
              <a:ext uri="{FF2B5EF4-FFF2-40B4-BE49-F238E27FC236}">
                <a16:creationId xmlns:a16="http://schemas.microsoft.com/office/drawing/2014/main" id="{AF0B4DD4-DFA6-485E-A736-21588750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288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全13点</a:t>
            </a:r>
          </a:p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1120 ppm</a:t>
            </a:r>
          </a:p>
        </p:txBody>
      </p:sp>
      <p:sp>
        <p:nvSpPr>
          <p:cNvPr id="12" name="kept-max">
            <a:extLst xmlns:a="http://schemas.openxmlformats.org/drawingml/2006/main">
              <a:ext uri="{FF2B5EF4-FFF2-40B4-BE49-F238E27FC236}">
                <a16:creationId xmlns:a16="http://schemas.microsoft.com/office/drawing/2014/main" id="{E49E125F-A346-46A6-B343-83A74B0E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保持3点</a:t>
            </a:r>
          </a:p>
          <a:p xmlns:a="http://schemas.openxmlformats.org/drawingml/2006/main">
            <a:pPr algn="l">
              <a:def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970 ppm</a:t>
            </a:r>
          </a:p>
        </p:txBody>
      </p:sp>
      <p:sp>
        <p:nvSpPr>
          <p:cNvPr id="13" name="condition">
            <a:extLst xmlns:a="http://schemas.openxmlformats.org/drawingml/2006/main">
              <a:ext uri="{FF2B5EF4-FFF2-40B4-BE49-F238E27FC236}">
                <a16:creationId xmlns:a16="http://schemas.microsoft.com/office/drawing/2014/main" id="{BF0B51A0-39A5-4C63-9ACE-ACB96632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合成系列1例／開始時刻0分／閾値は安全基準を表さない</a:t>
            </a:r>
          </a:p>
        </p:txBody>
      </p:sp>
      <p:sp>
        <p:nvSpPr>
          <p:cNvPr id="14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B2325127-C7E8-44C9-8B6E-E2903C3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0426030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footer-line">
            <a:extLst xmlns:a="http://schemas.openxmlformats.org/drawingml/2006/main">
              <a:ext uri="{FF2B5EF4-FFF2-40B4-BE49-F238E27FC236}">
                <a16:creationId xmlns:a16="http://schemas.microsoft.com/office/drawing/2014/main" id="{E73201DD-DFCB-4ABD-A04E-94DAF4C4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41ed48425141e7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BE37E84-827C-4643-A611-F02FF40B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BD0AB5BD-9D7B-4A18-A1DB-229A0905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7">
            <a:extLst xmlns:a="http://schemas.openxmlformats.org/drawingml/2006/main">
              <a:ext uri="{FF2B5EF4-FFF2-40B4-BE49-F238E27FC236}">
                <a16:creationId xmlns:a16="http://schemas.microsoft.com/office/drawing/2014/main" id="{BE1C479F-2725-4B37-B065-D6791332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6" name="running-title-7">
            <a:extLst xmlns:a="http://schemas.openxmlformats.org/drawingml/2006/main">
              <a:ext uri="{FF2B5EF4-FFF2-40B4-BE49-F238E27FC236}">
                <a16:creationId xmlns:a16="http://schemas.microsoft.com/office/drawing/2014/main" id="{8BB7C9A6-83DA-4BF9-AE4E-61AE3418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D927420-FE13-4C0E-9801-1959F952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記録量と保持された値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349EA91B-E58A-420E-9B70-CD6D8B66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点数の減少と、残った値を分けて見る [1]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82296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24300"/>
                <a:gridCol w="2152650"/>
                <a:gridCol w="2152650"/>
              </a:tblGrid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比較項目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5分間隔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保持最大値 [ppm]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1120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970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1000 ppm超の記録点数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2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cope">
            <a:extLst xmlns:a="http://schemas.openxmlformats.org/drawingml/2006/main">
              <a:ext uri="{FF2B5EF4-FFF2-40B4-BE49-F238E27FC236}">
                <a16:creationId xmlns:a16="http://schemas.microsoft.com/office/drawing/2014/main" id="{C981BC55-1633-479C-A25D-36F70801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合成データからの計算。電力・健康リスクは未評価</a:t>
            </a:r>
          </a:p>
        </p:txBody>
      </p:sp>
      <p:sp>
        <p:nvSpPr>
          <p:cNvPr id="11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5042B5B5-0225-4655-8BB9-8D371874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3534743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030BB74-F665-4286-8D83-C3365959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dc75871b2e454c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F6DDA29-E2AC-4A1B-AF01-DE0D49A4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2D9EE0FE-8B1B-4146-8CCE-F9135C50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8">
            <a:extLst xmlns:a="http://schemas.openxmlformats.org/drawingml/2006/main">
              <a:ext uri="{FF2B5EF4-FFF2-40B4-BE49-F238E27FC236}">
                <a16:creationId xmlns:a16="http://schemas.microsoft.com/office/drawing/2014/main" id="{AACAB00F-28CB-4784-816E-50AD9491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6" name="running-title-8">
            <a:extLst xmlns:a="http://schemas.openxmlformats.org/drawingml/2006/main">
              <a:ext uri="{FF2B5EF4-FFF2-40B4-BE49-F238E27FC236}">
                <a16:creationId xmlns:a16="http://schemas.microsoft.com/office/drawing/2014/main" id="{F6F9BDF7-020B-4CE0-AD9F-9CD5347C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8DEC442-7408-4E60-A2F4-B8E79F3F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8" name="message">
            <a:extLst xmlns:a="http://schemas.openxmlformats.org/drawingml/2006/main">
              <a:ext uri="{FF2B5EF4-FFF2-40B4-BE49-F238E27FC236}">
                <a16:creationId xmlns:a16="http://schemas.microsoft.com/office/drawing/2014/main" id="{A9BED28E-10D4-4276-946E-D373CA40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記録点数と、残る変化を併せて確かめる [1]</a:t>
            </a:r>
          </a:p>
        </p:txBody>
      </p:sp>
      <p:sp>
        <p:nvSpPr>
          <p:cNvPr id="9" name="summary-label-0">
            <a:extLst xmlns:a="http://schemas.openxmlformats.org/drawingml/2006/main">
              <a:ext uri="{FF2B5EF4-FFF2-40B4-BE49-F238E27FC236}">
                <a16:creationId xmlns:a16="http://schemas.microsoft.com/office/drawing/2014/main" id="{7E98C2AB-1815-4608-B389-442566C2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10" name="summary-body-0">
            <a:extLst xmlns:a="http://schemas.openxmlformats.org/drawingml/2006/main">
              <a:ext uri="{FF2B5EF4-FFF2-40B4-BE49-F238E27FC236}">
                <a16:creationId xmlns:a16="http://schemas.microsoft.com/office/drawing/2014/main" id="{4295BE24-24EF-4CC0-B6A5-188D7847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16192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記録点を減らすとき、短い変化が残るかを問う</a:t>
            </a:r>
          </a:p>
        </p:txBody>
      </p:sp>
      <p:sp>
        <p:nvSpPr>
          <p:cNvPr id="11" name="summary-rule-0">
            <a:extLst xmlns:a="http://schemas.openxmlformats.org/drawingml/2006/main">
              <a:ext uri="{FF2B5EF4-FFF2-40B4-BE49-F238E27FC236}">
                <a16:creationId xmlns:a16="http://schemas.microsoft.com/office/drawing/2014/main" id="{1E058072-7A7B-4112-8D6E-492C5C85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55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ummary-label-1">
            <a:extLst xmlns:a="http://schemas.openxmlformats.org/drawingml/2006/main">
              <a:ext uri="{FF2B5EF4-FFF2-40B4-BE49-F238E27FC236}">
                <a16:creationId xmlns:a16="http://schemas.microsoft.com/office/drawing/2014/main" id="{58EC75D8-F37E-4BAB-8D4B-8343A259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3" name="summary-body-1">
            <a:extLst xmlns:a="http://schemas.openxmlformats.org/drawingml/2006/main">
              <a:ext uri="{FF2B5EF4-FFF2-40B4-BE49-F238E27FC236}">
                <a16:creationId xmlns:a16="http://schemas.microsoft.com/office/drawing/2014/main" id="{A89FD6C2-CE10-4D5C-ADD7-44BF43E9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2288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同じ合成系列を、全13点と保持3点で比較した</a:t>
            </a:r>
          </a:p>
        </p:txBody>
      </p:sp>
      <p:sp>
        <p:nvSpPr>
          <p:cNvPr id="14" name="summary-rule-1">
            <a:extLst xmlns:a="http://schemas.openxmlformats.org/drawingml/2006/main">
              <a:ext uri="{FF2B5EF4-FFF2-40B4-BE49-F238E27FC236}">
                <a16:creationId xmlns:a16="http://schemas.microsoft.com/office/drawing/2014/main" id="{2588E751-1078-4859-8D66-74719659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51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ummary-label-2">
            <a:extLst xmlns:a="http://schemas.openxmlformats.org/drawingml/2006/main">
              <a:ext uri="{FF2B5EF4-FFF2-40B4-BE49-F238E27FC236}">
                <a16:creationId xmlns:a16="http://schemas.microsoft.com/office/drawing/2014/main" id="{CE5716D7-3970-4E38-B8F0-4622AD0F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84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6" name="summary-body-2">
            <a:extLst xmlns:a="http://schemas.openxmlformats.org/drawingml/2006/main">
              <a:ext uri="{FF2B5EF4-FFF2-40B4-BE49-F238E27FC236}">
                <a16:creationId xmlns:a16="http://schemas.microsoft.com/office/drawing/2014/main" id="{9A115E20-B80F-4766-8D44-88835B84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8384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この例では、5分間隔の保持点に</a:t>
            </a:r>
          </a:p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1000 ppmを超える値が残らなかった</a:t>
            </a:r>
          </a:p>
        </p:txBody>
      </p:sp>
      <p:sp>
        <p:nvSpPr>
          <p:cNvPr id="17" name="summary-rule-2">
            <a:extLst xmlns:a="http://schemas.openxmlformats.org/drawingml/2006/main">
              <a:ext uri="{FF2B5EF4-FFF2-40B4-BE49-F238E27FC236}">
                <a16:creationId xmlns:a16="http://schemas.microsoft.com/office/drawing/2014/main" id="{A78A4F94-D6EB-427A-914C-E8175D42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147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ummary-label-3">
            <a:extLst xmlns:a="http://schemas.openxmlformats.org/drawingml/2006/main">
              <a:ext uri="{FF2B5EF4-FFF2-40B4-BE49-F238E27FC236}">
                <a16:creationId xmlns:a16="http://schemas.microsoft.com/office/drawing/2014/main" id="{64D37FE4-7EF2-46E3-9B69-5C4144A2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9" name="summary-body-3">
            <a:extLst xmlns:a="http://schemas.openxmlformats.org/drawingml/2006/main">
              <a:ext uri="{FF2B5EF4-FFF2-40B4-BE49-F238E27FC236}">
                <a16:creationId xmlns:a16="http://schemas.microsoft.com/office/drawing/2014/main" id="{F9DF062A-ABF3-4065-9C14-3B2801F6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34480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波形・開始時刻を変え、実機条件で確かめる計画</a:t>
            </a:r>
          </a:p>
        </p:txBody>
      </p:sp>
      <p:sp>
        <p:nvSpPr>
          <p:cNvPr id="20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B389EFFE-AC0C-4C71-8344-F41C3763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0314129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CE894FC-3721-4586-9789-801E845B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aa75ae117487f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E80F92A-EDAC-4D63-AE05-4850D87B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fictional-disclosure">
            <a:extLst xmlns:a="http://schemas.openxmlformats.org/drawingml/2006/main">
              <a:ext uri="{FF2B5EF4-FFF2-40B4-BE49-F238E27FC236}">
                <a16:creationId xmlns:a16="http://schemas.microsoft.com/office/drawing/2014/main" id="{10C95FF9-D45F-4944-86D7-D52BAB30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720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架空作例・合成データ</a:t>
            </a:r>
          </a:p>
        </p:txBody>
      </p:sp>
      <p:sp>
        <p:nvSpPr>
          <p:cNvPr id="5" name="running-chapter-9">
            <a:extLst xmlns:a="http://schemas.openxmlformats.org/drawingml/2006/main">
              <a:ext uri="{FF2B5EF4-FFF2-40B4-BE49-F238E27FC236}">
                <a16:creationId xmlns:a16="http://schemas.microsoft.com/office/drawing/2014/main" id="{D360E0F9-080C-4200-BE3B-589116DF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サマリ</a:t>
            </a:r>
          </a:p>
        </p:txBody>
      </p:sp>
      <p:sp>
        <p:nvSpPr>
          <p:cNvPr id="6" name="running-title-9">
            <a:extLst xmlns:a="http://schemas.openxmlformats.org/drawingml/2006/main">
              <a:ext uri="{FF2B5EF4-FFF2-40B4-BE49-F238E27FC236}">
                <a16:creationId xmlns:a16="http://schemas.microsoft.com/office/drawing/2014/main" id="{4F7D9D26-1D24-453E-8301-C83F3F2A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7" name="final-title">
            <a:extLst xmlns:a="http://schemas.openxmlformats.org/drawingml/2006/main">
              <a:ext uri="{FF2B5EF4-FFF2-40B4-BE49-F238E27FC236}">
                <a16:creationId xmlns:a16="http://schemas.microsoft.com/office/drawing/2014/main" id="{A7746361-7631-4A4C-9252-B8AC4F4E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8229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l">
              <a:def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8" name="final-author">
            <a:extLst xmlns:a="http://schemas.openxmlformats.org/drawingml/2006/main">
              <a:ext uri="{FF2B5EF4-FFF2-40B4-BE49-F238E27FC236}">
                <a16:creationId xmlns:a16="http://schemas.microsoft.com/office/drawing/2014/main" id="{12FF9CAC-4DE0-4633-A0C9-D369D9D4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架空の発表者 ／ CPS LAB スタイル見本</a:t>
            </a:r>
          </a:p>
        </p:txBody>
      </p:sp>
      <p:sp>
        <p:nvSpPr>
          <p:cNvPr id="9" name="takeaway-0">
            <a:extLst xmlns:a="http://schemas.openxmlformats.org/drawingml/2006/main">
              <a:ext uri="{FF2B5EF4-FFF2-40B4-BE49-F238E27FC236}">
                <a16:creationId xmlns:a16="http://schemas.microsoft.com/office/drawing/2014/main" id="{E98059D4-00AC-4852-B8D8-2C7937C5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問い：記録点を減らすとき、短い変化が残るか</a:t>
            </a:r>
          </a:p>
        </p:txBody>
      </p:sp>
      <p:sp>
        <p:nvSpPr>
          <p:cNvPr id="10" name="takeaway-1">
            <a:extLst xmlns:a="http://schemas.openxmlformats.org/drawingml/2006/main">
              <a:ext uri="{FF2B5EF4-FFF2-40B4-BE49-F238E27FC236}">
                <a16:creationId xmlns:a16="http://schemas.microsoft.com/office/drawing/2014/main" id="{D840E0BB-571F-4AD2-9428-3866B71D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確認：この合成例では、保持3点に1000 ppm超の値が残らない [1]</a:t>
            </a:r>
          </a:p>
        </p:txBody>
      </p:sp>
      <p:sp>
        <p:nvSpPr>
          <p:cNvPr id="11" name="takeaway-2">
            <a:extLst xmlns:a="http://schemas.openxmlformats.org/drawingml/2006/main">
              <a:ext uri="{FF2B5EF4-FFF2-40B4-BE49-F238E27FC236}">
                <a16:creationId xmlns:a16="http://schemas.microsoft.com/office/drawing/2014/main" id="{0CCEA9B9-D25F-4758-8A67-B737243E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9087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次の計画：波形・開始時刻と実機条件を変えて確かめる</a:t>
            </a:r>
          </a:p>
        </p:txBody>
      </p:sp>
      <p:sp>
        <p:nvSpPr>
          <p:cNvPr id="12" name="contact">
            <a:extLst xmlns:a="http://schemas.openxmlformats.org/drawingml/2006/main">
              <a:ext uri="{FF2B5EF4-FFF2-40B4-BE49-F238E27FC236}">
                <a16:creationId xmlns:a16="http://schemas.microsoft.com/office/drawing/2014/main" id="{5ABB64D1-8E32-4EE3-95E5-A584A17B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766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連絡先（架空教材の例）：presenter@example.org</a:t>
            </a:r>
          </a:p>
        </p:txBody>
      </p:sp>
      <p:sp>
        <p:nvSpPr>
          <p:cNvPr id="13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8D1B4663-FB1B-4270-974F-E96984F6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3501843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2026-10-07T09:31:04.7740000Z</dcterms:created>
  <dcterms:modified xsi:type="dcterms:W3CDTF">2026-10-07T09:31:04.7740000Z</dcterms:modified>
</coreProperties>
</file>