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93dd4ced8842bf" /><Relationship Type="http://schemas.openxmlformats.org/officeDocument/2006/relationships/extended-properties" Target="/docProps/app.xml" Id="Rca6afe15fb964f22" /><Relationship Type="http://schemas.openxmlformats.org/officeDocument/2006/relationships/officeDocument" Target="/ppt/presentation.xml" Id="Ra88a645190ab49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bf419e38d844bd"/>
  </p:sldMasterIdLst>
  <p:notesMasterIdLst>
    <p:notesMasterId xmlns:r="http://schemas.openxmlformats.org/officeDocument/2006/relationships" r:id="R1340836cdac34e99"/>
  </p:notesMasterIdLst>
  <p:sldIdLst>
    <p:sldId xmlns:r="http://schemas.openxmlformats.org/officeDocument/2006/relationships" id="256" r:id="Rb8f1a4295bbd4f26"/>
    <p:sldId xmlns:r="http://schemas.openxmlformats.org/officeDocument/2006/relationships" id="257" r:id="R93d130fb76644fc2"/>
    <p:sldId xmlns:r="http://schemas.openxmlformats.org/officeDocument/2006/relationships" id="258" r:id="R202a4c79e709472c"/>
    <p:sldId xmlns:r="http://schemas.openxmlformats.org/officeDocument/2006/relationships" id="259" r:id="R9cd8346605ab442a"/>
    <p:sldId xmlns:r="http://schemas.openxmlformats.org/officeDocument/2006/relationships" id="260" r:id="R6eef603a94634338"/>
    <p:sldId xmlns:r="http://schemas.openxmlformats.org/officeDocument/2006/relationships" id="261" r:id="Rd178682eff924f69"/>
    <p:sldId xmlns:r="http://schemas.openxmlformats.org/officeDocument/2006/relationships" id="262" r:id="R7cd4e65357c049bd"/>
    <p:sldId xmlns:r="http://schemas.openxmlformats.org/officeDocument/2006/relationships" id="263" r:id="R44609e23a46b4da6"/>
    <p:sldId xmlns:r="http://schemas.openxmlformats.org/officeDocument/2006/relationships" id="264" r:id="R5012543461934058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ecd75cd209413b" /><Relationship Type="http://schemas.openxmlformats.org/officeDocument/2006/relationships/slideMaster" Target="/ppt/slideMasters/slideMaster1.xml" Id="Re6bf419e38d844bd" /><Relationship Type="http://schemas.openxmlformats.org/officeDocument/2006/relationships/notesMaster" Target="/ppt/notesMasters/notesMaster1.xml" Id="R1340836cdac34e99" /><Relationship Type="http://schemas.openxmlformats.org/officeDocument/2006/relationships/presProps" Target="/ppt/presProps.xml" Id="Rcf1d2b6fb73344f7" /><Relationship Type="http://schemas.openxmlformats.org/officeDocument/2006/relationships/tableStyles" Target="/ppt/tableStyles.xml" Id="R495787d9b4c04559" /><Relationship Type="http://schemas.openxmlformats.org/officeDocument/2006/relationships/slide" Target="/ppt/slides/slide1.xml" Id="Rb8f1a4295bbd4f26" /><Relationship Type="http://schemas.openxmlformats.org/officeDocument/2006/relationships/slide" Target="/ppt/slides/slide2.xml" Id="R93d130fb76644fc2" /><Relationship Type="http://schemas.openxmlformats.org/officeDocument/2006/relationships/slide" Target="/ppt/slides/slide3.xml" Id="R202a4c79e709472c" /><Relationship Type="http://schemas.openxmlformats.org/officeDocument/2006/relationships/slide" Target="/ppt/slides/slide4.xml" Id="R9cd8346605ab442a" /><Relationship Type="http://schemas.openxmlformats.org/officeDocument/2006/relationships/slide" Target="/ppt/slides/slide5.xml" Id="R6eef603a94634338" /><Relationship Type="http://schemas.openxmlformats.org/officeDocument/2006/relationships/slide" Target="/ppt/slides/slide6.xml" Id="Rd178682eff924f69" /><Relationship Type="http://schemas.openxmlformats.org/officeDocument/2006/relationships/slide" Target="/ppt/slides/slide7.xml" Id="R7cd4e65357c049bd" /><Relationship Type="http://schemas.openxmlformats.org/officeDocument/2006/relationships/slide" Target="/ppt/slides/slide8.xml" Id="R44609e23a46b4da6" /><Relationship Type="http://schemas.openxmlformats.org/officeDocument/2006/relationships/slide" Target="/ppt/slides/slide9.xml" Id="R50125434619340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624df0a76040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4abe2629ae42a0" /><Relationship Type="http://schemas.openxmlformats.org/officeDocument/2006/relationships/notesMaster" Target="/ppt/notesMasters/notesMaster1.xml" Id="R8416a83132d245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8190141bca4f64" /><Relationship Type="http://schemas.openxmlformats.org/officeDocument/2006/relationships/notesMaster" Target="/ppt/notesMasters/notesMaster1.xml" Id="R40ae6e00a2f3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25b3335d274461" /><Relationship Type="http://schemas.openxmlformats.org/officeDocument/2006/relationships/notesMaster" Target="/ppt/notesMasters/notesMaster1.xml" Id="Rae9054beebd847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ad64a313d945be" /><Relationship Type="http://schemas.openxmlformats.org/officeDocument/2006/relationships/notesMaster" Target="/ppt/notesMasters/notesMaster1.xml" Id="Rd0ad5adce6e640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991f75b7b54add" /><Relationship Type="http://schemas.openxmlformats.org/officeDocument/2006/relationships/notesMaster" Target="/ppt/notesMasters/notesMaster1.xml" Id="Ra6654407bed84e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245afaa1b640b4" /><Relationship Type="http://schemas.openxmlformats.org/officeDocument/2006/relationships/notesMaster" Target="/ppt/notesMasters/notesMaster1.xml" Id="R66cf3f09d8704b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907a7d3b9548ba" /><Relationship Type="http://schemas.openxmlformats.org/officeDocument/2006/relationships/notesMaster" Target="/ppt/notesMasters/notesMaster1.xml" Id="R38f9e0cf96bf47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be0a08cca64623" /><Relationship Type="http://schemas.openxmlformats.org/officeDocument/2006/relationships/notesMaster" Target="/ppt/notesMasters/notesMaster1.xml" Id="Ra2372f390b3345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c3c17fec0041cb" /><Relationship Type="http://schemas.openxmlformats.org/officeDocument/2006/relationships/notesMaster" Target="/ppt/notesMasters/notesMaster1.xml" Id="Rf94f69e7cbc64c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表紙タイプBの静止レイアウト見本。背景は素材枠で、動画も静止ポスターも未提供・未同梱。利用者の動画を指定された加工・無音・自動再生・ループ・次ページでの停止条件で埋め込む。対象アプリでの再生検証は別工程。本文のデザインは表紙タイプAを選んでも同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05d28bde74e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a352290db44505" /><Relationship Type="http://schemas.openxmlformats.org/officeDocument/2006/relationships/slideLayout" Target="/ppt/slideLayouts/slideLayout1.xml" Id="Ra82ed56288874f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2ed56288874f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ced97ea11441b" /><Relationship Type="http://schemas.openxmlformats.org/officeDocument/2006/relationships/image" Target="/ppt/media/image.png" Id="R7b52766541214025" /><Relationship Type="http://schemas.openxmlformats.org/officeDocument/2006/relationships/notesSlide" Target="/ppt/notesSlides/notesSlide1.xml" Id="R65682d28481e4d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f5df53e0045ee" /><Relationship Type="http://schemas.openxmlformats.org/officeDocument/2006/relationships/notesSlide" Target="/ppt/notesSlides/notesSlide2.xml" Id="Rf7c790f8d0da48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8a408c8304cc0" /><Relationship Type="http://schemas.openxmlformats.org/officeDocument/2006/relationships/image" Target="/ppt/media/image2.png" Id="R77ae94c99d21455d" /><Relationship Type="http://schemas.openxmlformats.org/officeDocument/2006/relationships/notesSlide" Target="/ppt/notesSlides/notesSlide3.xml" Id="Rae5cfab792384c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82e41e39348fd" /><Relationship Type="http://schemas.openxmlformats.org/officeDocument/2006/relationships/image" Target="/ppt/media/image3.png" Id="R959b4a5f4ca7411d" /><Relationship Type="http://schemas.openxmlformats.org/officeDocument/2006/relationships/notesSlide" Target="/ppt/notesSlides/notesSlide4.xml" Id="R0a40ed5e9a0946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f96f5346c4002" /><Relationship Type="http://schemas.openxmlformats.org/officeDocument/2006/relationships/image" Target="/ppt/media/image4.png" Id="R4444e54e782e475f" /><Relationship Type="http://schemas.openxmlformats.org/officeDocument/2006/relationships/notesSlide" Target="/ppt/notesSlides/notesSlide5.xml" Id="Racefec724a1a44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cf94eac574dd6" /><Relationship Type="http://schemas.openxmlformats.org/officeDocument/2006/relationships/image" Target="/ppt/media/image5.png" Id="Rc8aea665ea9b4bd6" /><Relationship Type="http://schemas.openxmlformats.org/officeDocument/2006/relationships/chart" Target="/ppt/slides/charts/chart1.xml" Id="R326fbe63a74c4c34" /><Relationship Type="http://schemas.openxmlformats.org/officeDocument/2006/relationships/notesSlide" Target="/ppt/notesSlides/notesSlide6.xml" Id="Rf5c6ddfd219b41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b03501cce49c0" /><Relationship Type="http://schemas.openxmlformats.org/officeDocument/2006/relationships/image" Target="/ppt/media/image6.png" Id="R5bb134d10283475c" /><Relationship Type="http://schemas.openxmlformats.org/officeDocument/2006/relationships/notesSlide" Target="/ppt/notesSlides/notesSlide7.xml" Id="Ra4a07a7a638d4d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555a107c64750" /><Relationship Type="http://schemas.openxmlformats.org/officeDocument/2006/relationships/image" Target="/ppt/media/image7.png" Id="Rb4b30af7d9b74290" /><Relationship Type="http://schemas.openxmlformats.org/officeDocument/2006/relationships/notesSlide" Target="/ppt/notesSlides/notesSlide8.xml" Id="Re97a645c265247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ebef782be4d3a" /><Relationship Type="http://schemas.openxmlformats.org/officeDocument/2006/relationships/image" Target="/ppt/media/image8.png" Id="Rd2f1a43922a24b9f" /><Relationship Type="http://schemas.openxmlformats.org/officeDocument/2006/relationships/notesSlide" Target="/ppt/notesSlides/notesSlide9.xml" Id="R6a2b6e75ff904bf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1分間隔 (小点)</c:v>
          </c:tx>
          <c:spPr>
            <a:solidFill xmlns:a="http://schemas.openxmlformats.org/drawingml/2006/main">
              <a:srgbClr val="66666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noFill xmlns:a="http://schemas.openxmlformats.org/drawingml/2006/main"/>
            </c:spPr>
          </c:marker>
          <c:xVal>
            <c:numRef>
              <c:f>'Chart Data'!$A$2:$A$14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Data'!$B$2:$B$14</c:f>
              <c:numCache>
                <c:formatCode>0</c:formatCode>
                <c:ptCount val="13"/>
                <c:pt idx="0">
                  <c:v>700</c:v>
                </c:pt>
                <c:pt idx="1">
                  <c:v>720</c:v>
                </c:pt>
                <c:pt idx="2">
                  <c:v>760</c:v>
                </c:pt>
                <c:pt idx="3">
                  <c:v>820</c:v>
                </c:pt>
                <c:pt idx="4">
                  <c:v>930</c:v>
                </c:pt>
                <c:pt idx="5">
                  <c:v>970</c:v>
                </c:pt>
                <c:pt idx="6">
                  <c:v>1120</c:v>
                </c:pt>
                <c:pt idx="7">
                  <c:v>1080</c:v>
                </c:pt>
                <c:pt idx="8">
                  <c:v>920</c:v>
                </c:pt>
                <c:pt idx="9">
                  <c:v>870</c:v>
                </c:pt>
                <c:pt idx="10">
                  <c:v>820</c:v>
                </c:pt>
                <c:pt idx="11">
                  <c:v>780</c:v>
                </c:pt>
                <c:pt idx="12">
                  <c:v>760</c:v>
                </c:pt>
              </c:numCache>
            </c:numRef>
          </c:yVal>
        </c:ser>
        <c:ser>
          <c:idx val="1"/>
          <c:order val="1"/>
          <c:tx>
            <c:v>5分間隔 (大点)</c:v>
          </c:tx>
          <c:spPr>
            <a:solidFill xmlns:a="http://schemas.openxmlformats.org/drawingml/2006/main">
              <a:srgbClr val="38761D"/>
            </a:solidFill>
            <a:ln xmlns:a="http://schemas.openxmlformats.org/drawingml/2006/main" w="0">
              <a:noFill/>
            </a:ln>
          </c:spPr>
          <c:marker>
            <c:symbol val="square"/>
            <c:size val="12"/>
            <c:spPr>
              <a:noFill xmlns:a="http://schemas.openxmlformats.org/drawingml/2006/main"/>
            </c:spPr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Data'!$D$2:$D$4</c:f>
              <c:numCache>
                <c:formatCode>0</c:formatCode>
                <c:ptCount val="3"/>
                <c:pt idx="0">
                  <c:v>700</c:v>
                </c:pt>
                <c:pt idx="1">
                  <c:v>970</c:v>
                </c:pt>
                <c:pt idx="2">
                  <c:v>820</c:v>
                </c:pt>
              </c:numCache>
            </c:numRef>
          </c:yVal>
        </c:ser>
        <c:ser>
          <c:idx val="2"/>
          <c:order val="2"/>
          <c:tx>
            <c:v>説明用の任意閾値</c:v>
          </c:tx>
          <c:spPr>
            <a:ln xmlns:a="http://schemas.openxmlformats.org/drawingml/2006/main" w="13335">
              <a:solidFill>
                <a:srgbClr val="777777"/>
              </a:solidFill>
              <a:prstDash val="dash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1000</c:v>
                </c:pt>
                <c:pt idx="1">
                  <c:v>1000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200"/>
          <c:min val="6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模擬濃度 [ppm]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1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時刻 [分]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solidFill>
                <a:srgbClr val="17202A"/>
              </a:solidFill>
              <a:latin typeface="Noto Sans JP"/>
              <a:ea typeface="Noto Sans JP"/>
              <a:cs typeface="Noto Sans JP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2C4FF54D-94B1-4F54-9B73-C0B22070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2766541214025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1B593C2-79C1-4B0F-A8CD-4C8898DA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8BF51813-066F-466F-94D1-86E50B3B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venue">
            <a:extLst xmlns:a="http://schemas.openxmlformats.org/drawingml/2006/main">
              <a:ext uri="{FF2B5EF4-FFF2-40B4-BE49-F238E27FC236}">
                <a16:creationId xmlns:a16="http://schemas.microsoft.com/office/drawing/2014/main" id="{5817D363-8278-4271-8565-F19F013C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6" name="topic">
            <a:extLst xmlns:a="http://schemas.openxmlformats.org/drawingml/2006/main">
              <a:ext uri="{FF2B5EF4-FFF2-40B4-BE49-F238E27FC236}">
                <a16:creationId xmlns:a16="http://schemas.microsoft.com/office/drawing/2014/main" id="{82806F90-78A4-4BCE-A964-07C95699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4577"/>
            <a:ext cx="7772400" cy="1102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7" name="affiliation">
            <a:extLst xmlns:a="http://schemas.openxmlformats.org/drawingml/2006/main">
              <a:ext uri="{FF2B5EF4-FFF2-40B4-BE49-F238E27FC236}">
                <a16:creationId xmlns:a16="http://schemas.microsoft.com/office/drawing/2014/main" id="{62A47AF2-A2CD-4C2E-8BCD-F41C5287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B067A746-2DC7-4AEA-AB1F-D9FD1D5B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9" name="research-photo-slot">
            <a:extLst xmlns:a="http://schemas.openxmlformats.org/drawingml/2006/main">
              <a:ext uri="{FF2B5EF4-FFF2-40B4-BE49-F238E27FC236}">
                <a16:creationId xmlns:a16="http://schemas.microsoft.com/office/drawing/2014/main" id="{8F48CFB9-D28B-48BB-B4A1-2647B063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00350"/>
            <a:ext cx="24574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9AA09A"/>
            </a:solidFill>
            <a:prstDash val="solid"/>
          </a:ln>
        </p:spPr>
      </p:sp>
      <p:sp>
        <p:nvSpPr>
          <p:cNvPr id="10" name="photo-slot-label">
            <a:extLst xmlns:a="http://schemas.openxmlformats.org/drawingml/2006/main">
              <a:ext uri="{FF2B5EF4-FFF2-40B4-BE49-F238E27FC236}">
                <a16:creationId xmlns:a16="http://schemas.microsoft.com/office/drawing/2014/main" id="{59F961B4-23A4-485B-8DE2-0F7436B2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09925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研究対象の写真枠</a:t>
            </a:r>
          </a:p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写真は未同梱</a:t>
            </a:r>
          </a:p>
        </p:txBody>
      </p:sp>
    </p:spTree>
    <p:extLst>
      <p:ext uri="{BB962C8B-B14F-4D97-AF65-F5344CB8AC3E}">
        <p14:creationId xmlns:p14="http://schemas.microsoft.com/office/powerpoint/2010/main" val="1970042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374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enue">
            <a:extLst xmlns:a="http://schemas.openxmlformats.org/drawingml/2006/main">
              <a:ext uri="{FF2B5EF4-FFF2-40B4-BE49-F238E27FC236}">
                <a16:creationId xmlns:a16="http://schemas.microsoft.com/office/drawing/2014/main" id="{6F61255B-13AE-4E1F-8C64-05EBD21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"/>
            <a:ext cx="822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250210E-28C2-4841-BA6A-609F9024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800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3" name="affiliation">
            <a:extLst xmlns:a="http://schemas.openxmlformats.org/drawingml/2006/main">
              <a:ext uri="{FF2B5EF4-FFF2-40B4-BE49-F238E27FC236}">
                <a16:creationId xmlns:a16="http://schemas.microsoft.com/office/drawing/2014/main" id="{13DF0CF5-68B8-49C7-8DB1-B913D249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4" name="author">
            <a:extLst xmlns:a="http://schemas.openxmlformats.org/drawingml/2006/main">
              <a:ext uri="{FF2B5EF4-FFF2-40B4-BE49-F238E27FC236}">
                <a16:creationId xmlns:a16="http://schemas.microsoft.com/office/drawing/2014/main" id="{F2838BA7-158E-490D-8E44-88DCAB22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5" name="media-placeholder">
            <a:extLst xmlns:a="http://schemas.openxmlformats.org/drawingml/2006/main">
              <a:ext uri="{FF2B5EF4-FFF2-40B4-BE49-F238E27FC236}">
                <a16:creationId xmlns:a16="http://schemas.microsoft.com/office/drawing/2014/main" id="{A4DDFF30-297E-432A-9162-80937404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86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全面を動画・静止ポスターに置換する配置見本</a:t>
            </a:r>
          </a:p>
        </p:txBody>
      </p:sp>
      <p:sp>
        <p:nvSpPr>
          <p:cNvPr id="6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36F3B395-A868-43AF-A4F9-636A332A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148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rPr>
              <a:t>架空作例／静止レイアウト／実動画は未同梱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F441D28E-6C96-4291-9211-38729D12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039595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0CF76A38-79BF-42D0-A8FF-9B56CD79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e94c99d21455d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747D922-61D4-437F-81F7-DD753A46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23A6E96B-F1EA-4D48-9039-C5CCA2A2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3">
            <a:extLst xmlns:a="http://schemas.openxmlformats.org/drawingml/2006/main">
              <a:ext uri="{FF2B5EF4-FFF2-40B4-BE49-F238E27FC236}">
                <a16:creationId xmlns:a16="http://schemas.microsoft.com/office/drawing/2014/main" id="{E875A1FD-B107-428B-8A0A-DFDD4697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6" name="running-title-3">
            <a:extLst xmlns:a="http://schemas.openxmlformats.org/drawingml/2006/main">
              <a:ext uri="{FF2B5EF4-FFF2-40B4-BE49-F238E27FC236}">
                <a16:creationId xmlns:a16="http://schemas.microsoft.com/office/drawing/2014/main" id="{6D8C23E4-D6B4-4E05-835C-A8FF337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EBFE022A-F771-4D2C-89DB-2C0EA863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00C5FBAB-EB6E-4EB4-838E-5F954684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研究のねらい、しくみ、ここまでの結果、今後の展望</a:t>
            </a:r>
          </a:p>
        </p:txBody>
      </p:sp>
      <p:sp>
        <p:nvSpPr>
          <p:cNvPr id="9" name="toc-label-0">
            <a:extLst xmlns:a="http://schemas.openxmlformats.org/drawingml/2006/main">
              <a:ext uri="{FF2B5EF4-FFF2-40B4-BE49-F238E27FC236}">
                <a16:creationId xmlns:a16="http://schemas.microsoft.com/office/drawing/2014/main" id="{07C12E99-4276-4B0D-A172-0DE29F3B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10" name="toc-image-slot-0">
            <a:extLst xmlns:a="http://schemas.openxmlformats.org/drawingml/2006/main">
              <a:ext uri="{FF2B5EF4-FFF2-40B4-BE49-F238E27FC236}">
                <a16:creationId xmlns:a16="http://schemas.microsoft.com/office/drawing/2014/main" id="{A781293C-0CB9-4C62-984B-C88132DE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1" name="toc-image-label-0">
            <a:extLst xmlns:a="http://schemas.openxmlformats.org/drawingml/2006/main">
              <a:ext uri="{FF2B5EF4-FFF2-40B4-BE49-F238E27FC236}">
                <a16:creationId xmlns:a16="http://schemas.microsoft.com/office/drawing/2014/main" id="{93CCD2E4-2966-447A-B575-5F8742A6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利用場面の画像枠</a:t>
            </a:r>
          </a:p>
        </p:txBody>
      </p:sp>
      <p:sp>
        <p:nvSpPr>
          <p:cNvPr id="12" name="toc-label-1">
            <a:extLst xmlns:a="http://schemas.openxmlformats.org/drawingml/2006/main">
              <a:ext uri="{FF2B5EF4-FFF2-40B4-BE49-F238E27FC236}">
                <a16:creationId xmlns:a16="http://schemas.microsoft.com/office/drawing/2014/main" id="{C3A4044B-41D4-4E00-89A0-326448FC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3" name="toc-image-slot-1">
            <a:extLst xmlns:a="http://schemas.openxmlformats.org/drawingml/2006/main">
              <a:ext uri="{FF2B5EF4-FFF2-40B4-BE49-F238E27FC236}">
                <a16:creationId xmlns:a16="http://schemas.microsoft.com/office/drawing/2014/main" id="{7F320DBB-7BA5-4BA3-8B0D-9321E191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4" name="toc-image-label-1">
            <a:extLst xmlns:a="http://schemas.openxmlformats.org/drawingml/2006/main">
              <a:ext uri="{FF2B5EF4-FFF2-40B4-BE49-F238E27FC236}">
                <a16:creationId xmlns:a16="http://schemas.microsoft.com/office/drawing/2014/main" id="{4E0FDF55-C2F4-40DF-B831-564A7B28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手法・実機の画像枠</a:t>
            </a:r>
          </a:p>
        </p:txBody>
      </p:sp>
      <p:sp>
        <p:nvSpPr>
          <p:cNvPr id="15" name="toc-label-2">
            <a:extLst xmlns:a="http://schemas.openxmlformats.org/drawingml/2006/main">
              <a:ext uri="{FF2B5EF4-FFF2-40B4-BE49-F238E27FC236}">
                <a16:creationId xmlns:a16="http://schemas.microsoft.com/office/drawing/2014/main" id="{206A3567-3112-4E29-A18F-CE092BFF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6" name="toc-image-slot-2">
            <a:extLst xmlns:a="http://schemas.openxmlformats.org/drawingml/2006/main">
              <a:ext uri="{FF2B5EF4-FFF2-40B4-BE49-F238E27FC236}">
                <a16:creationId xmlns:a16="http://schemas.microsoft.com/office/drawing/2014/main" id="{84857111-E1BE-4800-A260-969C7713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7" name="toc-image-label-2">
            <a:extLst xmlns:a="http://schemas.openxmlformats.org/drawingml/2006/main">
              <a:ext uri="{FF2B5EF4-FFF2-40B4-BE49-F238E27FC236}">
                <a16:creationId xmlns:a16="http://schemas.microsoft.com/office/drawing/2014/main" id="{2EACE051-71A4-4F03-8751-B84DDE1F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評価・結果図の画像枠</a:t>
            </a:r>
          </a:p>
        </p:txBody>
      </p:sp>
      <p:sp>
        <p:nvSpPr>
          <p:cNvPr id="18" name="toc-label-3">
            <a:extLst xmlns:a="http://schemas.openxmlformats.org/drawingml/2006/main">
              <a:ext uri="{FF2B5EF4-FFF2-40B4-BE49-F238E27FC236}">
                <a16:creationId xmlns:a16="http://schemas.microsoft.com/office/drawing/2014/main" id="{9FC8B1C0-0CFE-40D0-A531-7E92E51D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9" name="toc-image-slot-3">
            <a:extLst xmlns:a="http://schemas.openxmlformats.org/drawingml/2006/main">
              <a:ext uri="{FF2B5EF4-FFF2-40B4-BE49-F238E27FC236}">
                <a16:creationId xmlns:a16="http://schemas.microsoft.com/office/drawing/2014/main" id="{C69BBE06-3181-43CE-9805-EC7D141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20" name="toc-image-label-3">
            <a:extLst xmlns:a="http://schemas.openxmlformats.org/drawingml/2006/main">
              <a:ext uri="{FF2B5EF4-FFF2-40B4-BE49-F238E27FC236}">
                <a16:creationId xmlns:a16="http://schemas.microsoft.com/office/drawing/2014/main" id="{461E0A1D-E70F-43F7-AA4E-84184254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構想図の画像枠（計画）</a:t>
            </a:r>
          </a:p>
        </p:txBody>
      </p:sp>
      <p:sp>
        <p:nvSpPr>
          <p:cNvPr id="21" name="toc-rule-vertical">
            <a:extLst xmlns:a="http://schemas.openxmlformats.org/drawingml/2006/main">
              <a:ext uri="{FF2B5EF4-FFF2-40B4-BE49-F238E27FC236}">
                <a16:creationId xmlns:a16="http://schemas.microsoft.com/office/drawing/2014/main" id="{73F8CB40-1A3C-4E04-9738-1F7702AE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62100"/>
            <a:ext cx="9525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c-rule-horizontal">
            <a:extLst xmlns:a="http://schemas.openxmlformats.org/drawingml/2006/main">
              <a:ext uri="{FF2B5EF4-FFF2-40B4-BE49-F238E27FC236}">
                <a16:creationId xmlns:a16="http://schemas.microsoft.com/office/drawing/2014/main" id="{F140F0E7-4BDD-4F0C-BD0A-6F3B7003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lot-disclosure">
            <a:extLst xmlns:a="http://schemas.openxmlformats.org/drawingml/2006/main">
              <a:ext uri="{FF2B5EF4-FFF2-40B4-BE49-F238E27FC236}">
                <a16:creationId xmlns:a16="http://schemas.microsoft.com/office/drawing/2014/main" id="{838F11B6-FAFF-4DB6-ADF7-5B597CAD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00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画像は各章の資料から選ぶ。ここでは配置枠のみを示す</a:t>
            </a:r>
          </a:p>
        </p:txBody>
      </p:sp>
    </p:spTree>
    <p:extLst>
      <p:ext uri="{BB962C8B-B14F-4D97-AF65-F5344CB8AC3E}">
        <p14:creationId xmlns:p14="http://schemas.microsoft.com/office/powerpoint/2010/main" val="19822976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b4a5f4ca7411d"/>
          <a:stretch xmlns:a="http://schemas.openxmlformats.org/drawingml/2006/main"/>
        </p:blipFill>
        <p:spPr>
          <a:xfrm xmlns:a="http://schemas.openxmlformats.org/drawingml/2006/main">
            <a:off x="7697419" y="502920"/>
            <a:ext cx="1107338" cy="31096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507D0D6-F18E-4374-AFFA-9079DBAE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6FEE40ED-525E-48EC-9188-31A9B359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4" name="running-chapter-4">
            <a:extLst xmlns:a="http://schemas.openxmlformats.org/drawingml/2006/main">
              <a:ext uri="{FF2B5EF4-FFF2-40B4-BE49-F238E27FC236}">
                <a16:creationId xmlns:a16="http://schemas.microsoft.com/office/drawing/2014/main" id="{8F85C86D-9CA4-4D2B-945F-CC802B62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5" name="running-title-4">
            <a:extLst xmlns:a="http://schemas.openxmlformats.org/drawingml/2006/main">
              <a:ext uri="{FF2B5EF4-FFF2-40B4-BE49-F238E27FC236}">
                <a16:creationId xmlns:a16="http://schemas.microsoft.com/office/drawing/2014/main" id="{CE125A52-7FE6-4E41-81CF-67117D6D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upper-chapter-band">
            <a:extLst xmlns:a="http://schemas.openxmlformats.org/drawingml/2006/main">
              <a:ext uri="{FF2B5EF4-FFF2-40B4-BE49-F238E27FC236}">
                <a16:creationId xmlns:a16="http://schemas.microsoft.com/office/drawing/2014/main" id="{BBA8F454-D7EF-424B-95B2-CFCAF36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"/>
            <a:ext cx="7772400" cy="821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apter">
            <a:extLst xmlns:a="http://schemas.openxmlformats.org/drawingml/2006/main">
              <a:ext uri="{FF2B5EF4-FFF2-40B4-BE49-F238E27FC236}">
                <a16:creationId xmlns:a16="http://schemas.microsoft.com/office/drawing/2014/main" id="{205A372C-4581-47AE-9056-3B079D54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3" y="1035844"/>
            <a:ext cx="7358063" cy="650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 ここまでの結果</a:t>
            </a:r>
          </a:p>
        </p:txBody>
      </p:sp>
      <p:sp>
        <p:nvSpPr>
          <p:cNvPr id="8" name="chapter-guide">
            <a:extLst xmlns:a="http://schemas.openxmlformats.org/drawingml/2006/main">
              <a:ext uri="{FF2B5EF4-FFF2-40B4-BE49-F238E27FC236}">
                <a16:creationId xmlns:a16="http://schemas.microsoft.com/office/drawing/2014/main" id="{86386018-D14C-4C43-B274-7AE1314E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7715250" cy="785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合成データで確認したことと、残る課題</a:t>
            </a:r>
          </a:p>
        </p:txBody>
      </p:sp>
    </p:spTree>
    <p:extLst>
      <p:ext uri="{BB962C8B-B14F-4D97-AF65-F5344CB8AC3E}">
        <p14:creationId xmlns:p14="http://schemas.microsoft.com/office/powerpoint/2010/main" val="11482911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footer-line">
            <a:extLst xmlns:a="http://schemas.openxmlformats.org/drawingml/2006/main">
              <a:ext uri="{FF2B5EF4-FFF2-40B4-BE49-F238E27FC236}">
                <a16:creationId xmlns:a16="http://schemas.microsoft.com/office/drawing/2014/main" id="{DE5389E3-A5E3-48B2-967C-A4BA90D2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4e54e782e475f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8A3F549-6375-473E-9D05-124F023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A674BBEB-C71D-4D37-ADD9-914AF46D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5">
            <a:extLst xmlns:a="http://schemas.openxmlformats.org/drawingml/2006/main">
              <a:ext uri="{FF2B5EF4-FFF2-40B4-BE49-F238E27FC236}">
                <a16:creationId xmlns:a16="http://schemas.microsoft.com/office/drawing/2014/main" id="{81F07456-29FC-45A4-B152-8E92C1FE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6" name="running-title-5">
            <a:extLst xmlns:a="http://schemas.openxmlformats.org/drawingml/2006/main">
              <a:ext uri="{FF2B5EF4-FFF2-40B4-BE49-F238E27FC236}">
                <a16:creationId xmlns:a16="http://schemas.microsoft.com/office/drawing/2014/main" id="{D39DE680-6021-45D8-9EC2-47F181C1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3EF6B62-6513-4123-A403-A93FAFA6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同じ入力の間引き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BB681FC4-63C4-4E06-AEE0-C1C56968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全13点から、0・5・10分の3点だけを保持する [1]</a:t>
            </a:r>
          </a:p>
        </p:txBody>
      </p:sp>
      <p:sp>
        <p:nvSpPr>
          <p:cNvPr id="9" name="all-label">
            <a:extLst xmlns:a="http://schemas.openxmlformats.org/drawingml/2006/main">
              <a:ext uri="{FF2B5EF4-FFF2-40B4-BE49-F238E27FC236}">
                <a16:creationId xmlns:a16="http://schemas.microsoft.com/office/drawing/2014/main" id="{50BB9568-BD1E-4FAB-96AC-4AA02585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1分間隔の入力</a:t>
            </a:r>
          </a:p>
        </p:txBody>
      </p:sp>
      <p:sp>
        <p:nvSpPr>
          <p:cNvPr id="10" name="kept-label">
            <a:extLst xmlns:a="http://schemas.openxmlformats.org/drawingml/2006/main">
              <a:ext uri="{FF2B5EF4-FFF2-40B4-BE49-F238E27FC236}">
                <a16:creationId xmlns:a16="http://schemas.microsoft.com/office/drawing/2014/main" id="{5F85A43C-7C26-4DEA-B009-AEFADD48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5分間隔で保持</a:t>
            </a:r>
          </a:p>
        </p:txBody>
      </p:sp>
      <p:sp>
        <p:nvSpPr>
          <p:cNvPr id="11" name="input-0">
            <a:extLst xmlns:a="http://schemas.openxmlformats.org/drawingml/2006/main">
              <a:ext uri="{FF2B5EF4-FFF2-40B4-BE49-F238E27FC236}">
                <a16:creationId xmlns:a16="http://schemas.microsoft.com/office/drawing/2014/main" id="{3CC4475B-33B9-48BF-A545-83B2C359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inute-0">
            <a:extLst xmlns:a="http://schemas.openxmlformats.org/drawingml/2006/main">
              <a:ext uri="{FF2B5EF4-FFF2-40B4-BE49-F238E27FC236}">
                <a16:creationId xmlns:a16="http://schemas.microsoft.com/office/drawing/2014/main" id="{72F0F5F3-3BBB-4671-A53C-424D154A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0</a:t>
            </a:r>
          </a:p>
        </p:txBody>
      </p:sp>
      <p:sp>
        <p:nvSpPr>
          <p:cNvPr id="13" name="retained-0">
            <a:extLst xmlns:a="http://schemas.openxmlformats.org/drawingml/2006/main">
              <a:ext uri="{FF2B5EF4-FFF2-40B4-BE49-F238E27FC236}">
                <a16:creationId xmlns:a16="http://schemas.microsoft.com/office/drawing/2014/main" id="{DF579E7A-3F01-492E-A17D-EA014820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60" name=""/>
          <p:cNvCxnSpPr>
            <a:stCxn xmlns:a="http://schemas.openxmlformats.org/drawingml/2006/main" id="11" idx="4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33242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15" name="input-1">
            <a:extLst xmlns:a="http://schemas.openxmlformats.org/drawingml/2006/main">
              <a:ext uri="{FF2B5EF4-FFF2-40B4-BE49-F238E27FC236}">
                <a16:creationId xmlns:a16="http://schemas.microsoft.com/office/drawing/2014/main" id="{94088EF0-6E24-46CB-9FBE-75C59069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inute-1">
            <a:extLst xmlns:a="http://schemas.openxmlformats.org/drawingml/2006/main">
              <a:ext uri="{FF2B5EF4-FFF2-40B4-BE49-F238E27FC236}">
                <a16:creationId xmlns:a16="http://schemas.microsoft.com/office/drawing/2014/main" id="{93C0B26D-19CB-4A08-8D1F-51E65537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17" name="input-2">
            <a:extLst xmlns:a="http://schemas.openxmlformats.org/drawingml/2006/main">
              <a:ext uri="{FF2B5EF4-FFF2-40B4-BE49-F238E27FC236}">
                <a16:creationId xmlns:a16="http://schemas.microsoft.com/office/drawing/2014/main" id="{4FCD3F64-0558-4F0C-BBEF-0C702ACB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nute-2">
            <a:extLst xmlns:a="http://schemas.openxmlformats.org/drawingml/2006/main">
              <a:ext uri="{FF2B5EF4-FFF2-40B4-BE49-F238E27FC236}">
                <a16:creationId xmlns:a16="http://schemas.microsoft.com/office/drawing/2014/main" id="{37FEDC9E-D5C3-4A79-897C-6C2BA571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9" name="input-3">
            <a:extLst xmlns:a="http://schemas.openxmlformats.org/drawingml/2006/main">
              <a:ext uri="{FF2B5EF4-FFF2-40B4-BE49-F238E27FC236}">
                <a16:creationId xmlns:a16="http://schemas.microsoft.com/office/drawing/2014/main" id="{9BAA00E3-4F96-4D44-866B-9B36FD78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inute-3">
            <a:extLst xmlns:a="http://schemas.openxmlformats.org/drawingml/2006/main">
              <a:ext uri="{FF2B5EF4-FFF2-40B4-BE49-F238E27FC236}">
                <a16:creationId xmlns:a16="http://schemas.microsoft.com/office/drawing/2014/main" id="{FE1DDCEA-E1C7-4C55-BC6A-435E92E4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input-4">
            <a:extLst xmlns:a="http://schemas.openxmlformats.org/drawingml/2006/main">
              <a:ext uri="{FF2B5EF4-FFF2-40B4-BE49-F238E27FC236}">
                <a16:creationId xmlns:a16="http://schemas.microsoft.com/office/drawing/2014/main" id="{71103603-BA66-4869-9769-8296A935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inute-4">
            <a:extLst xmlns:a="http://schemas.openxmlformats.org/drawingml/2006/main">
              <a:ext uri="{FF2B5EF4-FFF2-40B4-BE49-F238E27FC236}">
                <a16:creationId xmlns:a16="http://schemas.microsoft.com/office/drawing/2014/main" id="{E90CCD6D-053E-4108-AFE0-D15AE65F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3" name="input-5">
            <a:extLst xmlns:a="http://schemas.openxmlformats.org/drawingml/2006/main">
              <a:ext uri="{FF2B5EF4-FFF2-40B4-BE49-F238E27FC236}">
                <a16:creationId xmlns:a16="http://schemas.microsoft.com/office/drawing/2014/main" id="{A61447DB-95F1-4E7E-BF6F-77311499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inute-5">
            <a:extLst xmlns:a="http://schemas.openxmlformats.org/drawingml/2006/main">
              <a:ext uri="{FF2B5EF4-FFF2-40B4-BE49-F238E27FC236}">
                <a16:creationId xmlns:a16="http://schemas.microsoft.com/office/drawing/2014/main" id="{3A1710EB-ED52-4545-8794-91082E0F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25" name="retained-5">
            <a:extLst xmlns:a="http://schemas.openxmlformats.org/drawingml/2006/main">
              <a:ext uri="{FF2B5EF4-FFF2-40B4-BE49-F238E27FC236}">
                <a16:creationId xmlns:a16="http://schemas.microsoft.com/office/drawing/2014/main" id="{014D3880-17C7-4054-A1C1-4D1E59A3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72" name=""/>
          <p:cNvCxnSpPr>
            <a:stCxn xmlns:a="http://schemas.openxmlformats.org/drawingml/2006/main" id="23" idx="4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532447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27" name="input-6">
            <a:extLst xmlns:a="http://schemas.openxmlformats.org/drawingml/2006/main">
              <a:ext uri="{FF2B5EF4-FFF2-40B4-BE49-F238E27FC236}">
                <a16:creationId xmlns:a16="http://schemas.microsoft.com/office/drawing/2014/main" id="{6208B83C-8FE2-4515-A2B3-7469D772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inute-6">
            <a:extLst xmlns:a="http://schemas.openxmlformats.org/drawingml/2006/main">
              <a:ext uri="{FF2B5EF4-FFF2-40B4-BE49-F238E27FC236}">
                <a16:creationId xmlns:a16="http://schemas.microsoft.com/office/drawing/2014/main" id="{9B023A74-F71B-462F-BFAC-DD11759F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6</a:t>
            </a:r>
          </a:p>
        </p:txBody>
      </p:sp>
      <p:sp>
        <p:nvSpPr>
          <p:cNvPr id="29" name="input-7">
            <a:extLst xmlns:a="http://schemas.openxmlformats.org/drawingml/2006/main">
              <a:ext uri="{FF2B5EF4-FFF2-40B4-BE49-F238E27FC236}">
                <a16:creationId xmlns:a16="http://schemas.microsoft.com/office/drawing/2014/main" id="{34C5F5AF-372E-4646-9568-5C95F2BA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minute-7">
            <a:extLst xmlns:a="http://schemas.openxmlformats.org/drawingml/2006/main">
              <a:ext uri="{FF2B5EF4-FFF2-40B4-BE49-F238E27FC236}">
                <a16:creationId xmlns:a16="http://schemas.microsoft.com/office/drawing/2014/main" id="{C5E26298-6AB4-4305-A242-282D4AFD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7</a:t>
            </a:r>
          </a:p>
        </p:txBody>
      </p:sp>
      <p:sp>
        <p:nvSpPr>
          <p:cNvPr id="31" name="input-8">
            <a:extLst xmlns:a="http://schemas.openxmlformats.org/drawingml/2006/main">
              <a:ext uri="{FF2B5EF4-FFF2-40B4-BE49-F238E27FC236}">
                <a16:creationId xmlns:a16="http://schemas.microsoft.com/office/drawing/2014/main" id="{2ABB75BC-B65A-438A-BB00-238F7C7C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inute-8">
            <a:extLst xmlns:a="http://schemas.openxmlformats.org/drawingml/2006/main">
              <a:ext uri="{FF2B5EF4-FFF2-40B4-BE49-F238E27FC236}">
                <a16:creationId xmlns:a16="http://schemas.microsoft.com/office/drawing/2014/main" id="{030A158D-63FB-44A7-B928-5D0C42B3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8</a:t>
            </a:r>
          </a:p>
        </p:txBody>
      </p:sp>
      <p:sp>
        <p:nvSpPr>
          <p:cNvPr id="33" name="input-9">
            <a:extLst xmlns:a="http://schemas.openxmlformats.org/drawingml/2006/main">
              <a:ext uri="{FF2B5EF4-FFF2-40B4-BE49-F238E27FC236}">
                <a16:creationId xmlns:a16="http://schemas.microsoft.com/office/drawing/2014/main" id="{45BE156C-2315-41B3-AD4A-0D4EA669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minute-9">
            <a:extLst xmlns:a="http://schemas.openxmlformats.org/drawingml/2006/main">
              <a:ext uri="{FF2B5EF4-FFF2-40B4-BE49-F238E27FC236}">
                <a16:creationId xmlns:a16="http://schemas.microsoft.com/office/drawing/2014/main" id="{3E3C21C0-B8D7-4E94-8384-2F202551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9</a:t>
            </a:r>
          </a:p>
        </p:txBody>
      </p:sp>
      <p:sp>
        <p:nvSpPr>
          <p:cNvPr id="35" name="input-10">
            <a:extLst xmlns:a="http://schemas.openxmlformats.org/drawingml/2006/main">
              <a:ext uri="{FF2B5EF4-FFF2-40B4-BE49-F238E27FC236}">
                <a16:creationId xmlns:a16="http://schemas.microsoft.com/office/drawing/2014/main" id="{B5743F84-66BD-4229-851C-854CFC4A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minute-10">
            <a:extLst xmlns:a="http://schemas.openxmlformats.org/drawingml/2006/main">
              <a:ext uri="{FF2B5EF4-FFF2-40B4-BE49-F238E27FC236}">
                <a16:creationId xmlns:a16="http://schemas.microsoft.com/office/drawing/2014/main" id="{97C82175-EB85-46EF-B89E-2FC4DD59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37" name="retained-10">
            <a:extLst xmlns:a="http://schemas.openxmlformats.org/drawingml/2006/main">
              <a:ext uri="{FF2B5EF4-FFF2-40B4-BE49-F238E27FC236}">
                <a16:creationId xmlns:a16="http://schemas.microsoft.com/office/drawing/2014/main" id="{7447CB29-BEE7-40CF-98E1-BE85AC49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84" name=""/>
          <p:cNvCxnSpPr>
            <a:stCxn xmlns:a="http://schemas.openxmlformats.org/drawingml/2006/main" id="35" idx="4"/>
            <a:endCxn xmlns:a="http://schemas.openxmlformats.org/drawingml/2006/main" id="37" idx="0"/>
          </p:cNvCxnSpPr>
          <p:nvPr/>
        </p:nvCxnSpPr>
        <p:spPr>
          <a:xfrm xmlns:a="http://schemas.openxmlformats.org/drawingml/2006/main">
            <a:off x="73247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39" name="input-11">
            <a:extLst xmlns:a="http://schemas.openxmlformats.org/drawingml/2006/main">
              <a:ext uri="{FF2B5EF4-FFF2-40B4-BE49-F238E27FC236}">
                <a16:creationId xmlns:a16="http://schemas.microsoft.com/office/drawing/2014/main" id="{57CD2F03-5A37-41B4-9FCB-BB6A5869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minute-11">
            <a:extLst xmlns:a="http://schemas.openxmlformats.org/drawingml/2006/main">
              <a:ext uri="{FF2B5EF4-FFF2-40B4-BE49-F238E27FC236}">
                <a16:creationId xmlns:a16="http://schemas.microsoft.com/office/drawing/2014/main" id="{777B0460-442C-47F4-99D2-A5A19C39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41" name="input-12">
            <a:extLst xmlns:a="http://schemas.openxmlformats.org/drawingml/2006/main">
              <a:ext uri="{FF2B5EF4-FFF2-40B4-BE49-F238E27FC236}">
                <a16:creationId xmlns:a16="http://schemas.microsoft.com/office/drawing/2014/main" id="{9C48AAF3-CE1A-4E00-98D6-23345C58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minute-12">
            <a:extLst xmlns:a="http://schemas.openxmlformats.org/drawingml/2006/main">
              <a:ext uri="{FF2B5EF4-FFF2-40B4-BE49-F238E27FC236}">
                <a16:creationId xmlns:a16="http://schemas.microsoft.com/office/drawing/2014/main" id="{88CAD8D8-15C8-4E8B-B4CC-EECDE61B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sp>
        <p:nvSpPr>
          <p:cNvPr id="43" name="axis-unit">
            <a:extLst xmlns:a="http://schemas.openxmlformats.org/drawingml/2006/main">
              <a:ext uri="{FF2B5EF4-FFF2-40B4-BE49-F238E27FC236}">
                <a16:creationId xmlns:a16="http://schemas.microsoft.com/office/drawing/2014/main" id="{26E5015F-6A62-47B7-820E-CD73BD9F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時刻 [分]</a:t>
            </a:r>
          </a:p>
        </p:txBody>
      </p:sp>
      <p:sp>
        <p:nvSpPr>
          <p:cNvPr id="44" name="arrow-meaning">
            <a:extLst xmlns:a="http://schemas.openxmlformats.org/drawingml/2006/main">
              <a:ext uri="{FF2B5EF4-FFF2-40B4-BE49-F238E27FC236}">
                <a16:creationId xmlns:a16="http://schemas.microsoft.com/office/drawing/2014/main" id="{ECCF2DD9-021D-4A54-A8E9-06B11021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矢印は「保持する点」の対応</a:t>
            </a:r>
          </a:p>
        </p:txBody>
      </p:sp>
      <p:sp>
        <p:nvSpPr>
          <p:cNvPr id="45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CFCADFE-DFF5-4003-8A48-A6931758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合成系列1例／開始時刻0分／間引き処理だけを確認</a:t>
            </a:r>
          </a:p>
        </p:txBody>
      </p:sp>
      <p:sp>
        <p:nvSpPr>
          <p:cNvPr id="46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3BC9D3AE-2010-4D86-B98B-7E0CE721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4587764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BD7633A-928D-45DB-A2EB-AD01BAF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ea665ea9b4bd6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D9EAB48-0891-4328-B278-7F5F44F9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14CD8C17-925F-4EF7-9116-B52BD703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6">
            <a:extLst xmlns:a="http://schemas.openxmlformats.org/drawingml/2006/main">
              <a:ext uri="{FF2B5EF4-FFF2-40B4-BE49-F238E27FC236}">
                <a16:creationId xmlns:a16="http://schemas.microsoft.com/office/drawing/2014/main" id="{C9A418BD-F310-43D7-94A9-132CEBDD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6" name="running-title-6">
            <a:extLst xmlns:a="http://schemas.openxmlformats.org/drawingml/2006/main">
              <a:ext uri="{FF2B5EF4-FFF2-40B4-BE49-F238E27FC236}">
                <a16:creationId xmlns:a16="http://schemas.microsoft.com/office/drawing/2014/main" id="{A8E13E9D-40B6-4C0B-8FD0-A425DC21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42752C1-8141-4B84-A82F-62040696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この例では高い値が記録に残らない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1C7710A1-DA06-4584-B24D-64427DBE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5分間隔の保持点には、1000 ppmを超える値がない [1]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38150" y="1571625"/>
          <a:ext xmlns:a="http://schemas.openxmlformats.org/drawingml/2006/main" cx="6210300" cy="2305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6fbe63a74c4c34"/>
          </a:graphicData>
        </a:graphic>
      </p:graphicFrame>
      <p:sp>
        <p:nvSpPr>
          <p:cNvPr id="10" name="maximum-label">
            <a:extLst xmlns:a="http://schemas.openxmlformats.org/drawingml/2006/main">
              <a:ext uri="{FF2B5EF4-FFF2-40B4-BE49-F238E27FC236}">
                <a16:creationId xmlns:a16="http://schemas.microsoft.com/office/drawing/2014/main" id="{60492021-5ECB-4769-8202-CAF39105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811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保持最大値</a:t>
            </a:r>
          </a:p>
        </p:txBody>
      </p:sp>
      <p:sp>
        <p:nvSpPr>
          <p:cNvPr id="11" name="all-max">
            <a:extLst xmlns:a="http://schemas.openxmlformats.org/drawingml/2006/main">
              <a:ext uri="{FF2B5EF4-FFF2-40B4-BE49-F238E27FC236}">
                <a16:creationId xmlns:a16="http://schemas.microsoft.com/office/drawing/2014/main" id="{16B77EF2-E10F-4F6D-B98A-57FD1819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288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</a:t>
            </a:r>
          </a:p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1120 ppm</a:t>
            </a:r>
          </a:p>
        </p:txBody>
      </p:sp>
      <p:sp>
        <p:nvSpPr>
          <p:cNvPr id="12" name="kept-max">
            <a:extLst xmlns:a="http://schemas.openxmlformats.org/drawingml/2006/main">
              <a:ext uri="{FF2B5EF4-FFF2-40B4-BE49-F238E27FC236}">
                <a16:creationId xmlns:a16="http://schemas.microsoft.com/office/drawing/2014/main" id="{BE3705AD-FEF5-41F0-8D22-EC6FE137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保持3点</a:t>
            </a:r>
          </a:p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970 ppm</a:t>
            </a:r>
          </a:p>
        </p:txBody>
      </p:sp>
      <p:sp>
        <p:nvSpPr>
          <p:cNvPr id="13" name="condition">
            <a:extLst xmlns:a="http://schemas.openxmlformats.org/drawingml/2006/main">
              <a:ext uri="{FF2B5EF4-FFF2-40B4-BE49-F238E27FC236}">
                <a16:creationId xmlns:a16="http://schemas.microsoft.com/office/drawing/2014/main" id="{714756F9-AA1E-45E3-92F6-E01C4E42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合成系列1例／開始時刻0分／閾値は安全基準を表さない</a:t>
            </a:r>
          </a:p>
        </p:txBody>
      </p:sp>
      <p:sp>
        <p:nvSpPr>
          <p:cNvPr id="14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1E2D8D7A-4995-4024-9515-E31392D6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451810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DE56213-2E5D-4836-A834-D67CBD45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134d10283475c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BA2F4A0-CDDB-4050-929B-F63F3D98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2F85D408-7271-45DE-8BB9-B3201F96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7">
            <a:extLst xmlns:a="http://schemas.openxmlformats.org/drawingml/2006/main">
              <a:ext uri="{FF2B5EF4-FFF2-40B4-BE49-F238E27FC236}">
                <a16:creationId xmlns:a16="http://schemas.microsoft.com/office/drawing/2014/main" id="{1B6348E1-A2AC-40D4-AC06-0302385E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6" name="running-title-7">
            <a:extLst xmlns:a="http://schemas.openxmlformats.org/drawingml/2006/main">
              <a:ext uri="{FF2B5EF4-FFF2-40B4-BE49-F238E27FC236}">
                <a16:creationId xmlns:a16="http://schemas.microsoft.com/office/drawing/2014/main" id="{73DE0CE4-F36A-4C10-8A06-4792C660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D8276D5-F619-4EE0-A6BE-F07D8477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記録量と保持された値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575549A4-1993-42B2-A6DD-28B39F7B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点数の減少と、残った値を分けて見る [1]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82296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24300"/>
                <a:gridCol w="2152650"/>
                <a:gridCol w="2152650"/>
              </a:tblGrid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比較項目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保持最大値 [ppm]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1120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970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1000 ppm超の記録点数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2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cope">
            <a:extLst xmlns:a="http://schemas.openxmlformats.org/drawingml/2006/main">
              <a:ext uri="{FF2B5EF4-FFF2-40B4-BE49-F238E27FC236}">
                <a16:creationId xmlns:a16="http://schemas.microsoft.com/office/drawing/2014/main" id="{A556260A-DC57-4398-8608-599E673A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合成データからの計算。電力・健康リスクは未評価</a:t>
            </a:r>
          </a:p>
        </p:txBody>
      </p:sp>
      <p:sp>
        <p:nvSpPr>
          <p:cNvPr id="11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3D460294-F3B6-4B21-9D8C-784DD0A9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7411923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C720CF8-6C7E-4529-B286-1DD6BCB9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30af7d9b74290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33A6DD1-89D9-4C48-9A89-60ECB483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BAF07CE1-6DC9-46DC-A872-267F61C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8">
            <a:extLst xmlns:a="http://schemas.openxmlformats.org/drawingml/2006/main">
              <a:ext uri="{FF2B5EF4-FFF2-40B4-BE49-F238E27FC236}">
                <a16:creationId xmlns:a16="http://schemas.microsoft.com/office/drawing/2014/main" id="{B0524B17-9E93-4272-B27F-C20FCC34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6" name="running-title-8">
            <a:extLst xmlns:a="http://schemas.openxmlformats.org/drawingml/2006/main">
              <a:ext uri="{FF2B5EF4-FFF2-40B4-BE49-F238E27FC236}">
                <a16:creationId xmlns:a16="http://schemas.microsoft.com/office/drawing/2014/main" id="{33D6B34A-1DD5-450E-BC47-CC0D225E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96BEA23-0C1D-40DF-83EF-536F47F9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DAF9EDCF-DF1A-4517-BDC9-45E80485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記録点数と、残る変化を併せて確かめる [1]</a:t>
            </a:r>
          </a:p>
        </p:txBody>
      </p:sp>
      <p:sp>
        <p:nvSpPr>
          <p:cNvPr id="9" name="summary-label-0">
            <a:extLst xmlns:a="http://schemas.openxmlformats.org/drawingml/2006/main">
              <a:ext uri="{FF2B5EF4-FFF2-40B4-BE49-F238E27FC236}">
                <a16:creationId xmlns:a16="http://schemas.microsoft.com/office/drawing/2014/main" id="{3A783194-87A0-4FC0-A82F-82AD6BE5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10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D082D373-8D65-4ADA-A908-7707102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16192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記録点を減らすとき、短い変化が残るかを問う</a:t>
            </a:r>
          </a:p>
        </p:txBody>
      </p:sp>
      <p:sp>
        <p:nvSpPr>
          <p:cNvPr id="11" name="summary-rule-0">
            <a:extLst xmlns:a="http://schemas.openxmlformats.org/drawingml/2006/main">
              <a:ext uri="{FF2B5EF4-FFF2-40B4-BE49-F238E27FC236}">
                <a16:creationId xmlns:a16="http://schemas.microsoft.com/office/drawing/2014/main" id="{6BE74239-CB43-4247-902C-9C431DA9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55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ummary-label-1">
            <a:extLst xmlns:a="http://schemas.openxmlformats.org/drawingml/2006/main">
              <a:ext uri="{FF2B5EF4-FFF2-40B4-BE49-F238E27FC236}">
                <a16:creationId xmlns:a16="http://schemas.microsoft.com/office/drawing/2014/main" id="{54CBECBF-F31A-4FAE-926B-C9BB96C6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3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CC1DDDC9-A17A-4665-AC31-E8CF2839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2288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同じ合成系列を、全13点と保持3点で比較した</a:t>
            </a:r>
          </a:p>
        </p:txBody>
      </p:sp>
      <p:sp>
        <p:nvSpPr>
          <p:cNvPr id="14" name="summary-rule-1">
            <a:extLst xmlns:a="http://schemas.openxmlformats.org/drawingml/2006/main">
              <a:ext uri="{FF2B5EF4-FFF2-40B4-BE49-F238E27FC236}">
                <a16:creationId xmlns:a16="http://schemas.microsoft.com/office/drawing/2014/main" id="{9481BB39-1D3C-449E-B443-2ABFE950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51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label-2">
            <a:extLst xmlns:a="http://schemas.openxmlformats.org/drawingml/2006/main">
              <a:ext uri="{FF2B5EF4-FFF2-40B4-BE49-F238E27FC236}">
                <a16:creationId xmlns:a16="http://schemas.microsoft.com/office/drawing/2014/main" id="{BB836B7C-AE0C-4891-B2A9-72FFB4D8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84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6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E74643D9-08F2-4A67-B3BE-1813AF32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8384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この例では、5分間隔の保持点に</a:t>
            </a:r>
          </a:p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1000 ppmを超える値が残らなかった</a:t>
            </a:r>
          </a:p>
        </p:txBody>
      </p:sp>
      <p:sp>
        <p:nvSpPr>
          <p:cNvPr id="17" name="summary-rule-2">
            <a:extLst xmlns:a="http://schemas.openxmlformats.org/drawingml/2006/main">
              <a:ext uri="{FF2B5EF4-FFF2-40B4-BE49-F238E27FC236}">
                <a16:creationId xmlns:a16="http://schemas.microsoft.com/office/drawing/2014/main" id="{1202E8F5-5E94-4D3E-B973-833F484F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147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ummary-label-3">
            <a:extLst xmlns:a="http://schemas.openxmlformats.org/drawingml/2006/main">
              <a:ext uri="{FF2B5EF4-FFF2-40B4-BE49-F238E27FC236}">
                <a16:creationId xmlns:a16="http://schemas.microsoft.com/office/drawing/2014/main" id="{0099D4F0-58E4-4ADF-BC80-ABCD2D4E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9" name="summary-body-3">
            <a:extLst xmlns:a="http://schemas.openxmlformats.org/drawingml/2006/main">
              <a:ext uri="{FF2B5EF4-FFF2-40B4-BE49-F238E27FC236}">
                <a16:creationId xmlns:a16="http://schemas.microsoft.com/office/drawing/2014/main" id="{E9EFB5F9-7A58-4A6A-A28F-390C3BE1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34480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波形・開始時刻を変え、実機条件で確かめる計画</a:t>
            </a:r>
          </a:p>
        </p:txBody>
      </p:sp>
      <p:sp>
        <p:nvSpPr>
          <p:cNvPr id="20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644439A9-F5F2-46F6-BEE2-90666D4B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0473022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46C2032-655E-4B81-8E32-16311C70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1a43922a24b9f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9C9E50D-0943-42A2-9B0E-4D4E6593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1211F79A-2AC0-493E-A200-9C24B855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9">
            <a:extLst xmlns:a="http://schemas.openxmlformats.org/drawingml/2006/main">
              <a:ext uri="{FF2B5EF4-FFF2-40B4-BE49-F238E27FC236}">
                <a16:creationId xmlns:a16="http://schemas.microsoft.com/office/drawing/2014/main" id="{D72064A2-18B3-42DD-8470-66A55F77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サマリ</a:t>
            </a:r>
          </a:p>
        </p:txBody>
      </p:sp>
      <p:sp>
        <p:nvSpPr>
          <p:cNvPr id="6" name="running-title-9">
            <a:extLst xmlns:a="http://schemas.openxmlformats.org/drawingml/2006/main">
              <a:ext uri="{FF2B5EF4-FFF2-40B4-BE49-F238E27FC236}">
                <a16:creationId xmlns:a16="http://schemas.microsoft.com/office/drawing/2014/main" id="{4427A6EA-2D8F-4D31-90F3-286B22A7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final-title">
            <a:extLst xmlns:a="http://schemas.openxmlformats.org/drawingml/2006/main">
              <a:ext uri="{FF2B5EF4-FFF2-40B4-BE49-F238E27FC236}">
                <a16:creationId xmlns:a16="http://schemas.microsoft.com/office/drawing/2014/main" id="{0C177179-68C8-4EAA-A5F1-2340E369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8229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8" name="final-author">
            <a:extLst xmlns:a="http://schemas.openxmlformats.org/drawingml/2006/main">
              <a:ext uri="{FF2B5EF4-FFF2-40B4-BE49-F238E27FC236}">
                <a16:creationId xmlns:a16="http://schemas.microsoft.com/office/drawing/2014/main" id="{B89FE76A-4F87-4F93-A8EF-9086F8D5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 ／ CPS LAB スタイル見本</a:t>
            </a:r>
          </a:p>
        </p:txBody>
      </p:sp>
      <p:sp>
        <p:nvSpPr>
          <p:cNvPr id="9" name="takeaway-0">
            <a:extLst xmlns:a="http://schemas.openxmlformats.org/drawingml/2006/main">
              <a:ext uri="{FF2B5EF4-FFF2-40B4-BE49-F238E27FC236}">
                <a16:creationId xmlns:a16="http://schemas.microsoft.com/office/drawing/2014/main" id="{DFAB226A-0318-4F76-8707-CF5DEDF1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問い：記録点を減らすとき、短い変化が残るか</a:t>
            </a:r>
          </a:p>
        </p:txBody>
      </p:sp>
      <p:sp>
        <p:nvSpPr>
          <p:cNvPr id="10" name="takeaway-1">
            <a:extLst xmlns:a="http://schemas.openxmlformats.org/drawingml/2006/main">
              <a:ext uri="{FF2B5EF4-FFF2-40B4-BE49-F238E27FC236}">
                <a16:creationId xmlns:a16="http://schemas.microsoft.com/office/drawing/2014/main" id="{694536AA-047D-4A00-A483-EAE08592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確認：この合成例では、保持3点に1000 ppm超の値が残らない [1]</a:t>
            </a:r>
          </a:p>
        </p:txBody>
      </p:sp>
      <p:sp>
        <p:nvSpPr>
          <p:cNvPr id="11" name="takeaway-2">
            <a:extLst xmlns:a="http://schemas.openxmlformats.org/drawingml/2006/main">
              <a:ext uri="{FF2B5EF4-FFF2-40B4-BE49-F238E27FC236}">
                <a16:creationId xmlns:a16="http://schemas.microsoft.com/office/drawing/2014/main" id="{147BB775-D783-478C-8E1C-8840A027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9087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次の計画：波形・開始時刻と実機条件を変えて確かめる</a:t>
            </a:r>
          </a:p>
        </p:txBody>
      </p:sp>
      <p:sp>
        <p:nvSpPr>
          <p:cNvPr id="12" name="contact">
            <a:extLst xmlns:a="http://schemas.openxmlformats.org/drawingml/2006/main">
              <a:ext uri="{FF2B5EF4-FFF2-40B4-BE49-F238E27FC236}">
                <a16:creationId xmlns:a16="http://schemas.microsoft.com/office/drawing/2014/main" id="{4962575A-14F8-4113-9861-08887EEC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766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連絡先（架空教材の例）：presenter@example.org</a:t>
            </a:r>
          </a:p>
        </p:txBody>
      </p:sp>
      <p:sp>
        <p:nvSpPr>
          <p:cNvPr id="13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2EF928FA-4F5D-4DF9-B446-5C31FD63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6995657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2026-10-07T10:09:14.0870000Z</dcterms:created>
  <dcterms:modified xsi:type="dcterms:W3CDTF">2026-10-07T10:09:14.0870000Z</dcterms:modified>
</coreProperties>
</file>