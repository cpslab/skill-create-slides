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7f598ccac4873" /><Relationship Type="http://schemas.openxmlformats.org/officeDocument/2006/relationships/extended-properties" Target="/docProps/app.xml" Id="Raa6c5d42fcd94f50" /><Relationship Type="http://schemas.openxmlformats.org/officeDocument/2006/relationships/officeDocument" Target="/ppt/presentation.xml" Id="R550a40ded488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c282c404404176"/>
  </p:sldMasterIdLst>
  <p:notesMasterIdLst>
    <p:notesMasterId xmlns:r="http://schemas.openxmlformats.org/officeDocument/2006/relationships" r:id="R4b3ed5a80e584b05"/>
  </p:notesMasterIdLst>
  <p:sldIdLst>
    <p:sldId xmlns:r="http://schemas.openxmlformats.org/officeDocument/2006/relationships" id="256" r:id="R24b689a553a94153"/>
    <p:sldId xmlns:r="http://schemas.openxmlformats.org/officeDocument/2006/relationships" id="257" r:id="Rd5b95f5f4a5c4305"/>
    <p:sldId xmlns:r="http://schemas.openxmlformats.org/officeDocument/2006/relationships" id="258" r:id="R6c9c8409acd2475b"/>
    <p:sldId xmlns:r="http://schemas.openxmlformats.org/officeDocument/2006/relationships" id="259" r:id="R69512bdb92154572"/>
    <p:sldId xmlns:r="http://schemas.openxmlformats.org/officeDocument/2006/relationships" id="260" r:id="R4e3940e89cbf41a6"/>
    <p:sldId xmlns:r="http://schemas.openxmlformats.org/officeDocument/2006/relationships" id="261" r:id="Rcbcce6694cce45d8"/>
    <p:sldId xmlns:r="http://schemas.openxmlformats.org/officeDocument/2006/relationships" id="262" r:id="Rc77cc66467d44eb2"/>
    <p:sldId xmlns:r="http://schemas.openxmlformats.org/officeDocument/2006/relationships" id="263" r:id="R62745862992c482f"/>
    <p:sldId xmlns:r="http://schemas.openxmlformats.org/officeDocument/2006/relationships" id="264" r:id="Rf965eed42e7e445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47418b9604eef" /><Relationship Type="http://schemas.openxmlformats.org/officeDocument/2006/relationships/slideMaster" Target="/ppt/slideMasters/slideMaster1.xml" Id="Rfec282c404404176" /><Relationship Type="http://schemas.openxmlformats.org/officeDocument/2006/relationships/notesMaster" Target="/ppt/notesMasters/notesMaster1.xml" Id="R4b3ed5a80e584b05" /><Relationship Type="http://schemas.openxmlformats.org/officeDocument/2006/relationships/presProps" Target="/ppt/presProps.xml" Id="Rce5e95d80f0a48de" /><Relationship Type="http://schemas.openxmlformats.org/officeDocument/2006/relationships/tableStyles" Target="/ppt/tableStyles.xml" Id="R45fce0e78fa74748" /><Relationship Type="http://schemas.openxmlformats.org/officeDocument/2006/relationships/slide" Target="/ppt/slides/slide1.xml" Id="R24b689a553a94153" /><Relationship Type="http://schemas.openxmlformats.org/officeDocument/2006/relationships/slide" Target="/ppt/slides/slide2.xml" Id="Rd5b95f5f4a5c4305" /><Relationship Type="http://schemas.openxmlformats.org/officeDocument/2006/relationships/slide" Target="/ppt/slides/slide3.xml" Id="R6c9c8409acd2475b" /><Relationship Type="http://schemas.openxmlformats.org/officeDocument/2006/relationships/slide" Target="/ppt/slides/slide4.xml" Id="R69512bdb92154572" /><Relationship Type="http://schemas.openxmlformats.org/officeDocument/2006/relationships/slide" Target="/ppt/slides/slide5.xml" Id="R4e3940e89cbf41a6" /><Relationship Type="http://schemas.openxmlformats.org/officeDocument/2006/relationships/slide" Target="/ppt/slides/slide6.xml" Id="Rcbcce6694cce45d8" /><Relationship Type="http://schemas.openxmlformats.org/officeDocument/2006/relationships/slide" Target="/ppt/slides/slide7.xml" Id="Rc77cc66467d44eb2" /><Relationship Type="http://schemas.openxmlformats.org/officeDocument/2006/relationships/slide" Target="/ppt/slides/slide8.xml" Id="R62745862992c482f" /><Relationship Type="http://schemas.openxmlformats.org/officeDocument/2006/relationships/slide" Target="/ppt/slides/slide9.xml" Id="Rf965eed42e7e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8dfa0a0dcb4f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9a1e62b945447a" /><Relationship Type="http://schemas.openxmlformats.org/officeDocument/2006/relationships/notesMaster" Target="/ppt/notesMasters/notesMaster1.xml" Id="R6ef4c66f5fce45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c7276827e242a0" /><Relationship Type="http://schemas.openxmlformats.org/officeDocument/2006/relationships/notesMaster" Target="/ppt/notesMasters/notesMaster1.xml" Id="R3e13da473c7a4e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f8003149ae4648" /><Relationship Type="http://schemas.openxmlformats.org/officeDocument/2006/relationships/notesMaster" Target="/ppt/notesMasters/notesMaster1.xml" Id="R7bb80c9e478c43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67917e2d9430c" /><Relationship Type="http://schemas.openxmlformats.org/officeDocument/2006/relationships/notesMaster" Target="/ppt/notesMasters/notesMaster1.xml" Id="R2b9194e27c9b47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d72f10f74f4a85" /><Relationship Type="http://schemas.openxmlformats.org/officeDocument/2006/relationships/notesMaster" Target="/ppt/notesMasters/notesMaster1.xml" Id="R71306652f03149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179091aee04934" /><Relationship Type="http://schemas.openxmlformats.org/officeDocument/2006/relationships/notesMaster" Target="/ppt/notesMasters/notesMaster1.xml" Id="Rdb9f6031272642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b48703a49e4b26" /><Relationship Type="http://schemas.openxmlformats.org/officeDocument/2006/relationships/notesMaster" Target="/ppt/notesMasters/notesMaster1.xml" Id="R94b742eca2f342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f81f1e7f44c10" /><Relationship Type="http://schemas.openxmlformats.org/officeDocument/2006/relationships/notesMaster" Target="/ppt/notesMasters/notesMaster1.xml" Id="Ra9f627a474114b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fe709c1a0c42ba" /><Relationship Type="http://schemas.openxmlformats.org/officeDocument/2006/relationships/notesMaster" Target="/ppt/notesMasters/notesMaster1.xml" Id="Raa95511118fd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架空研究の教材。全数値は assets/example-source.org の合成データであり、実測値ではない。CPS LABの視覚スタイルと編集可能性を示す9種類のレイアウト見本。表紙と目次の素材枠は配置見本であり、実証写真や実動画ではない。研究発表の推奨枚数・章配分ではない。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紙タイプBの静止レイアウト見本。背景は素材枠で、動画も静止ポスターも未提供・未同梱。利用者の動画を指定された加工・無音・自動再生・ループ・次ページでの停止条件で埋め込む。対象アプリでの再生検証は別工程。本文のデザインは表紙タイプAを選んでも同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架空研究の教材。全数値は assets/example-source.org の合成データであり、実測値ではない。CPS LABの視覚スタイルと編集可能性を示す9種類のレイアウト見本。表紙と目次の素材枠は配置見本であり、実証写真や実動画ではない。研究発表の推奨枚数・章配分ではない。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架空研究の教材。全数値は assets/example-source.org の合成データであり、実測値ではない。CPS LABの視覚スタイルと編集可能性を示す9種類のレイアウト見本。表紙と目次の素材枠は配置見本であり、実証写真や実動画ではない。研究発表の推奨枚数・章配分ではない。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架空研究・合成データの教材。実測ではない。表紙・目次の素材枠は配置見本。</a:t>
            </a:r>
          </a:p>
          <a:p xmlns:a="http://schemas.openxmlformats.org/drawingml/2006/main">
            <a:r>
              <a:t>[1] assets/example-source.org。番号は全ページ共通。この教材入力は実在論文ではない。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架空研究・合成データの教材。実測ではない。表紙・目次の素材枠は配置見本。</a:t>
            </a:r>
          </a:p>
          <a:p xmlns:a="http://schemas.openxmlformats.org/drawingml/2006/main">
            <a:r>
              <a:t>[1] assets/example-source.org。番号は全ページ共通。この教材入力は実在論文ではない。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架空研究・合成データの教材。実測ではない。表紙・目次の素材枠は配置見本。</a:t>
            </a:r>
          </a:p>
          <a:p xmlns:a="http://schemas.openxmlformats.org/drawingml/2006/main">
            <a:r>
              <a:t>[1] assets/example-source.org。番号は全ページ共通。この教材入力は実在論文ではない。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架空研究・合成データの教材。実測ではない。表紙・目次の素材枠は配置見本。</a:t>
            </a:r>
          </a:p>
          <a:p xmlns:a="http://schemas.openxmlformats.org/drawingml/2006/main">
            <a:r>
              <a:t>[1] assets/example-source.org。番号は全ページ共通。この教材入力は実在論文ではない。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架空研究・合成データの教材。実測ではない。表紙・目次の素材枠は配置見本。</a:t>
            </a:r>
          </a:p>
          <a:p xmlns:a="http://schemas.openxmlformats.org/drawingml/2006/main">
            <a:r>
              <a:t>[1] assets/example-source.org。番号は全ページ共通。この教材入力は実在論文ではない。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d633384d144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1c0c4015544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72992536e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9b57c61fd4f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611ede8f646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5e0eb60df4b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997BAA-D548-45F5-8DA3-28422125B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8ADEBC-63B5-41EE-BC6B-7EEB62D347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EB64CE-BCC5-4A08-816E-F92EA2725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17DA5A-522B-4FCE-9D17-C3EF1FB93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438D96-1ABD-4EB4-877C-0AD780D87B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18C071-B2F0-4385-AA37-8EAF3DBB5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5E6342-16A8-46FB-8667-0EC897B0F0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875149-3A22-4271-94F2-04239471A7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267638-0501-4AF0-BEAA-A838CE7FA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21AB44-4BEA-4627-B416-4BF1AF313C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034200eab04527" /><Relationship Type="http://schemas.openxmlformats.org/officeDocument/2006/relationships/slideLayout" Target="/ppt/slideLayouts/slideLayout1.xml" Id="Rc9004d5cba0b48e9" /><Relationship Type="http://schemas.openxmlformats.org/officeDocument/2006/relationships/slideLayout" Target="/ppt/slideLayouts/slideLayout2.xml" Id="R7ced0a8134734d5b" /><Relationship Type="http://schemas.openxmlformats.org/officeDocument/2006/relationships/slideLayout" Target="/ppt/slideLayouts/slideLayout3.xml" Id="R6bd3c2f9e0e24d01" /><Relationship Type="http://schemas.openxmlformats.org/officeDocument/2006/relationships/slideLayout" Target="/ppt/slideLayouts/slideLayout4.xml" Id="Rad33301a908c4c5c" /><Relationship Type="http://schemas.openxmlformats.org/officeDocument/2006/relationships/slideLayout" Target="/ppt/slideLayouts/slideLayout5.xml" Id="R3a4827343b3f453b" /><Relationship Type="http://schemas.openxmlformats.org/officeDocument/2006/relationships/slideLayout" Target="/ppt/slideLayouts/slideLayout6.xml" Id="R31c8a9e7d580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04d5cba0b48e9"/>
    <p:sldLayoutId xmlns:r="http://schemas.openxmlformats.org/officeDocument/2006/relationships" id="2147483650" r:id="R7ced0a8134734d5b"/>
    <p:sldLayoutId xmlns:r="http://schemas.openxmlformats.org/officeDocument/2006/relationships" id="2147483651" r:id="R6bd3c2f9e0e24d01"/>
    <p:sldLayoutId xmlns:r="http://schemas.openxmlformats.org/officeDocument/2006/relationships" id="2147483652" r:id="Rad33301a908c4c5c"/>
    <p:sldLayoutId xmlns:r="http://schemas.openxmlformats.org/officeDocument/2006/relationships" id="2147483653" r:id="R3a4827343b3f453b"/>
    <p:sldLayoutId xmlns:r="http://schemas.openxmlformats.org/officeDocument/2006/relationships" id="2147483654" r:id="R31c8a9e7d580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c58f147e647aa" /><Relationship Type="http://schemas.openxmlformats.org/officeDocument/2006/relationships/image" Target="/ppt/media/image.png" Id="R95a18a6686b84a56" /><Relationship Type="http://schemas.openxmlformats.org/officeDocument/2006/relationships/notesSlide" Target="/ppt/notesSlides/notesSlide1.xml" Id="R2580a66b60ba42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9553e9a0f4647" /><Relationship Type="http://schemas.openxmlformats.org/officeDocument/2006/relationships/notesSlide" Target="/ppt/notesSlides/notesSlide2.xml" Id="Ree3bd1cec2fe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1522a7489840d2" /><Relationship Type="http://schemas.openxmlformats.org/officeDocument/2006/relationships/image" Target="/ppt/media/image2.png" Id="R4ab685c45be545d4" /><Relationship Type="http://schemas.openxmlformats.org/officeDocument/2006/relationships/notesSlide" Target="/ppt/notesSlides/notesSlide3.xml" Id="Rc5d38921598243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8a9fd654e435c" /><Relationship Type="http://schemas.openxmlformats.org/officeDocument/2006/relationships/image" Target="/ppt/media/image3.png" Id="R415d9f510ba94b2a" /><Relationship Type="http://schemas.openxmlformats.org/officeDocument/2006/relationships/notesSlide" Target="/ppt/notesSlides/notesSlide4.xml" Id="Rcd7dbbe8355640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b80657c864a13" /><Relationship Type="http://schemas.openxmlformats.org/officeDocument/2006/relationships/image" Target="/ppt/media/image4.png" Id="R717dcf32b5854547" /><Relationship Type="http://schemas.openxmlformats.org/officeDocument/2006/relationships/notesSlide" Target="/ppt/notesSlides/notesSlide5.xml" Id="R6b79539c61f64e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9bbf1fd074c98" /><Relationship Type="http://schemas.openxmlformats.org/officeDocument/2006/relationships/image" Target="/ppt/media/image5.png" Id="R9495a712a3a849a4" /><Relationship Type="http://schemas.openxmlformats.org/officeDocument/2006/relationships/chart" Target="/ppt/slides/charts/chart1.xml" Id="Ra106f34283884c22" /><Relationship Type="http://schemas.openxmlformats.org/officeDocument/2006/relationships/notesSlide" Target="/ppt/notesSlides/notesSlide6.xml" Id="R0e9c7834f7fd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801df0cb74017" /><Relationship Type="http://schemas.openxmlformats.org/officeDocument/2006/relationships/image" Target="/ppt/media/image6.png" Id="Rcf569c015e2946b4" /><Relationship Type="http://schemas.openxmlformats.org/officeDocument/2006/relationships/notesSlide" Target="/ppt/notesSlides/notesSlide7.xml" Id="Rdf2940134b5146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d8ff7ee044580" /><Relationship Type="http://schemas.openxmlformats.org/officeDocument/2006/relationships/image" Target="/ppt/media/image7.png" Id="Ref9efbbcf6c242b5" /><Relationship Type="http://schemas.openxmlformats.org/officeDocument/2006/relationships/notesSlide" Target="/ppt/notesSlides/notesSlide8.xml" Id="R062df2fc2f9a44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ed622dc8d4e17" /><Relationship Type="http://schemas.openxmlformats.org/officeDocument/2006/relationships/image" Target="/ppt/media/image8.png" Id="Rcce361ae77134d6a" /><Relationship Type="http://schemas.openxmlformats.org/officeDocument/2006/relationships/notesSlide" Target="/ppt/notesSlides/notesSlide9.xml" Id="R39fc2bfed9b542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1分間隔 (小点)</c:v>
          </c:tx>
          <c:spPr>
            <a:solidFill xmlns:a="http://schemas.openxmlformats.org/drawingml/2006/main">
              <a:srgbClr val="666666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666666"/>
              </a:solidFill>
            </c:spPr>
          </c:marker>
          <c:xVal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xVal>
          <c:yVal>
            <c:numRef>
              <c:f>'Chart Data'!$B$2:$B$14</c:f>
              <c:numCache>
                <c:formatCode>0</c:formatCode>
                <c:ptCount val="13"/>
                <c:pt idx="0">
                  <c:v>700</c:v>
                </c:pt>
                <c:pt idx="1">
                  <c:v>720</c:v>
                </c:pt>
                <c:pt idx="2">
                  <c:v>760</c:v>
                </c:pt>
                <c:pt idx="3">
                  <c:v>820</c:v>
                </c:pt>
                <c:pt idx="4">
                  <c:v>930</c:v>
                </c:pt>
                <c:pt idx="5">
                  <c:v>970</c:v>
                </c:pt>
                <c:pt idx="6">
                  <c:v>1120</c:v>
                </c:pt>
                <c:pt idx="7">
                  <c:v>1080</c:v>
                </c:pt>
                <c:pt idx="8">
                  <c:v>920</c:v>
                </c:pt>
                <c:pt idx="9">
                  <c:v>870</c:v>
                </c:pt>
                <c:pt idx="10">
                  <c:v>820</c:v>
                </c:pt>
                <c:pt idx="11">
                  <c:v>780</c:v>
                </c:pt>
                <c:pt idx="12">
                  <c:v>760</c:v>
                </c:pt>
              </c:numCache>
            </c:numRef>
          </c:yVal>
        </c:ser>
        <c:ser>
          <c:idx val="1"/>
          <c:order val="1"/>
          <c:tx>
            <c:v>5分間隔 (大点)</c:v>
          </c:tx>
          <c:spPr>
            <a:solidFill xmlns:a="http://schemas.openxmlformats.org/drawingml/2006/main">
              <a:srgbClr val="38761D"/>
            </a:solidFill>
            <a:ln xmlns:a="http://schemas.openxmlformats.org/drawingml/2006/main" w="0">
              <a:noFill/>
            </a:ln>
          </c:spPr>
          <c:marker>
            <c:symbol val="square"/>
            <c:size val="12"/>
            <c:spPr>
              <a:solidFill xmlns:a="http://schemas.openxmlformats.org/drawingml/2006/main">
                <a:srgbClr val="38761D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5</c:v>
                </c:pt>
                <c:pt idx="2">
                  <c:v>10</c:v>
                </c:pt>
              </c:numCache>
            </c:numRef>
          </c:xVal>
          <c:yVal>
            <c:numRef>
              <c:f>'Chart Data'!$D$2:$D$4</c:f>
              <c:numCache>
                <c:formatCode>0</c:formatCode>
                <c:ptCount val="3"/>
                <c:pt idx="0">
                  <c:v>700</c:v>
                </c:pt>
                <c:pt idx="1">
                  <c:v>970</c:v>
                </c:pt>
                <c:pt idx="2">
                  <c:v>820</c:v>
                </c:pt>
              </c:numCache>
            </c:numRef>
          </c:yVal>
        </c:ser>
        <c:ser>
          <c:idx val="2"/>
          <c:order val="2"/>
          <c:tx>
            <c:v>1000 ppm</c:v>
          </c:tx>
          <c:spPr>
            <a:ln xmlns:a="http://schemas.openxmlformats.org/drawingml/2006/main" w="13335">
              <a:solidFill>
                <a:srgbClr val="777777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12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1000</c:v>
                </c:pt>
                <c:pt idx="1">
                  <c:v>1000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00"/>
          <c:min val="6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JP"/>
                    <a:ea typeface="Noto Sans JP"/>
                    <a:cs typeface="Noto Sans JP"/>
                  </a:rPr>
                  <a:t>模擬濃度 [ppm]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JP"/>
                    <a:ea typeface="Noto Sans JP"/>
                    <a:cs typeface="Noto Sans JP"/>
                  </a:rPr>
                  <a:t>時刻 [分]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>
              <a:solidFill>
                <a:srgbClr val="17202A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role:rule|id:footer-line">
            <a:extLst>
              <a:ext uri="{FF2B5EF4-FFF2-40B4-BE49-F238E27FC236}">
                <ns2:creationId id="{225E7631-5654-4749-9B18-8BAE7C48A1CD}"/>
              </a:ext>
            </a:extLst>
          </p:cNvPr>
          <p:cNvSpPr>
            <a:spLocks noGrp="1"/>
          </p:cNvSpPr>
          <p:nvPr/>
        </p:nvSpPr>
        <p:spPr>
          <a:xfrm>
            <a:off x="0" y="4613148"/>
            <a:ext cx="9144000" cy="5395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pic>
        <p:nvPicPr>
          <p:cNvPr id="2" name="role:logo|id:logo">
            <a:extLst>
              <a:ext uri="{FF2B5EF4-FFF2-40B4-BE49-F238E27FC236}">
                <ns2:creationId id="{C9101358-F00C-4DF2-A400-22F501E0F7E4}"/>
              </a:ext>
            </a:extLst>
          </p:cNvPr>
          <p:cNvPicPr>
            <a:picLocks noChangeAspect="1"/>
          </p:cNvPicPr>
          <p:nvPr/>
        </p:nvPicPr>
        <p:blipFill>
          <a:blip ns3:embed="R95a18a6686b84a56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3" name="role:page|id:page">
            <a:extLst>
              <a:ext uri="{FF2B5EF4-FFF2-40B4-BE49-F238E27FC236}">
                <ns2:creationId id="{C7862A7E-44A3-49F4-841D-C56D88062039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ole:body|id:venue">
            <a:extLst>
              <a:ext uri="{FF2B5EF4-FFF2-40B4-BE49-F238E27FC236}">
                <ns2:creationId id="{D7D59319-0103-4AA9-8261-C06223B2C760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研究発表の視覚作例</a:t>
            </a:r>
          </a:p>
        </p:txBody>
      </p:sp>
      <p:sp>
        <p:nvSpPr>
          <p:cNvPr id="5" name="role:title|id:topic">
            <a:extLst>
              <a:ext uri="{FF2B5EF4-FFF2-40B4-BE49-F238E27FC236}">
                <ns2:creationId id="{FDFB8CD8-7B54-4930-8D23-CC7611E0CA42}"/>
              </a:ext>
            </a:extLst>
          </p:cNvPr>
          <p:cNvSpPr>
            <a:spLocks noGrp="1"/>
          </p:cNvSpPr>
          <p:nvPr/>
        </p:nvSpPr>
        <p:spPr>
          <a:xfrm>
            <a:off x="685800" y="1414577"/>
            <a:ext cx="7772400" cy="1102766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9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29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9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  <a:p>
            <a:pPr algn="ctr">
              <a:defRPr sz="29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9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合成データを用いた予備検討</a:t>
            </a:r>
          </a:p>
        </p:txBody>
      </p:sp>
      <p:sp>
        <p:nvSpPr>
          <p:cNvPr id="6" name="role:body|id:affiliation">
            <a:extLst>
              <a:ext uri="{FF2B5EF4-FFF2-40B4-BE49-F238E27FC236}">
                <ns2:creationId id="{89289877-2DA3-4FF0-8DC3-B0DC42387B1B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4857750" cy="457200"/>
          </a:xfrm>
          <a:prstGeom prst="rect">
            <a:avLst/>
          </a:prstGeom>
          <a:solidFill>
            <a:srgbClr val="999999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CPS LAB スタイル見本</a:t>
            </a:r>
          </a:p>
        </p:txBody>
      </p:sp>
      <p:sp>
        <p:nvSpPr>
          <p:cNvPr id="7" name="role:body|id:author">
            <a:extLst>
              <a:ext uri="{FF2B5EF4-FFF2-40B4-BE49-F238E27FC236}">
                <ns2:creationId id="{D067C81F-57BD-4A2A-8130-36755C24077D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4857750" cy="457200"/>
          </a:xfrm>
          <a:prstGeom prst="rect">
            <a:avLst/>
          </a:prstGeom>
          <a:solidFill>
            <a:srgbClr val="999999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架空の発表者</a:t>
            </a:r>
          </a:p>
        </p:txBody>
      </p:sp>
      <p:sp>
        <p:nvSpPr>
          <p:cNvPr id="8" name="role:shape|id:research-photo-slot">
            <a:extLst>
              <a:ext uri="{FF2B5EF4-FFF2-40B4-BE49-F238E27FC236}">
                <ns2:creationId id="{B26A6466-84E4-4179-A9EE-435FC854F377}"/>
              </a:ext>
            </a:extLst>
          </p:cNvPr>
          <p:cNvSpPr>
            <a:spLocks noGrp="1"/>
          </p:cNvSpPr>
          <p:nvPr/>
        </p:nvSpPr>
        <p:spPr>
          <a:xfrm>
            <a:off x="6000750" y="2800350"/>
            <a:ext cx="2457450" cy="1524000"/>
          </a:xfrm>
          <a:prstGeom prst="rect">
            <a:avLst/>
          </a:prstGeom>
          <a:solidFill>
            <a:srgbClr val="F3F5F1"/>
          </a:solidFill>
          <a:ln w="9525">
            <a:solidFill>
              <a:srgbClr val="9AA09A"/>
            </a:solidFill>
            <a:prstDash val="solid"/>
          </a:ln>
        </p:spPr>
      </p:sp>
      <p:sp>
        <p:nvSpPr>
          <p:cNvPr id="9" name="role:body|id:photo-slot-label">
            <a:extLst>
              <a:ext uri="{FF2B5EF4-FFF2-40B4-BE49-F238E27FC236}">
                <ns2:creationId id="{94272E6D-024E-4A57-9A64-9FF8090709E7}"/>
              </a:ext>
            </a:extLst>
          </p:cNvPr>
          <p:cNvSpPr>
            <a:spLocks noGrp="1"/>
          </p:cNvSpPr>
          <p:nvPr/>
        </p:nvSpPr>
        <p:spPr>
          <a:xfrm>
            <a:off x="6096000" y="3209925"/>
            <a:ext cx="226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研究対象の写真枠</a:t>
            </a:r>
          </a:p>
          <a:p>
            <a: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写真は未同梱</a:t>
            </a:r>
          </a:p>
        </p:txBody>
      </p:sp>
    </p:spTree>
    <p:extLst>
      <p:ext uri="{BB962C8B-B14F-4D97-AF65-F5344CB8AC3E}">
        <ns4:creationId val="46690524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37424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role:body|id:venue">
            <a:extLst>
              <a:ext uri="{FF2B5EF4-FFF2-40B4-BE49-F238E27FC236}">
                <ns2:creationId id="{48FFFF1C-BE5A-489C-9004-AD6B25B7E692}"/>
              </a:ext>
            </a:extLst>
          </p:cNvPr>
          <p:cNvSpPr>
            <a:spLocks noGrp="1"/>
          </p:cNvSpPr>
          <p:nvPr/>
        </p:nvSpPr>
        <p:spPr>
          <a:xfrm>
            <a:off x="457200" y="276225"/>
            <a:ext cx="822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研究発表の視覚作例</a:t>
            </a:r>
          </a:p>
        </p:txBody>
      </p:sp>
      <p:sp>
        <p:nvSpPr>
          <p:cNvPr id="2" name="role:title|id:topic">
            <a:extLst>
              <a:ext uri="{FF2B5EF4-FFF2-40B4-BE49-F238E27FC236}">
                <ns2:creationId id="{D9E76AA0-5ED2-4B7C-A931-8CEF8FCAAE1E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8001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  <a:p>
            <a:pPr algn="ctr">
              <a:def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合成データを用いた予備検討</a:t>
            </a:r>
          </a:p>
        </p:txBody>
      </p:sp>
      <p:sp>
        <p:nvSpPr>
          <p:cNvPr id="3" name="role:body|id:affiliation">
            <a:extLst>
              <a:ext uri="{FF2B5EF4-FFF2-40B4-BE49-F238E27FC236}">
                <ns2:creationId id="{8B3E9442-7861-4CAA-9212-849376BCFB42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742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CPS LAB スタイル見本</a:t>
            </a:r>
          </a:p>
        </p:txBody>
      </p:sp>
      <p:sp>
        <p:nvSpPr>
          <p:cNvPr id="4" name="role:body|id:author">
            <a:extLst>
              <a:ext uri="{FF2B5EF4-FFF2-40B4-BE49-F238E27FC236}">
                <ns2:creationId id="{31B058C2-6C57-4870-8EBD-29ECD0034553}"/>
              </a:ext>
            </a:extLst>
          </p:cNvPr>
          <p:cNvSpPr>
            <a:spLocks noGrp="1"/>
          </p:cNvSpPr>
          <p:nvPr/>
        </p:nvSpPr>
        <p:spPr>
          <a:xfrm>
            <a:off x="857250" y="34385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架空の発表者</a:t>
            </a:r>
          </a:p>
        </p:txBody>
      </p:sp>
      <p:sp>
        <p:nvSpPr>
          <p:cNvPr id="5" name="role:body|id:media-placeholder">
            <a:extLst>
              <a:ext uri="{FF2B5EF4-FFF2-40B4-BE49-F238E27FC236}">
                <ns2:creationId id="{2DE6EEAA-3349-4FFF-8F9A-E22795C609DC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全面を動画・静止ポスターに置換する配置見本</a:t>
            </a:r>
          </a:p>
        </p:txBody>
      </p:sp>
      <p:sp>
        <p:nvSpPr>
          <p:cNvPr id="6" name="role:page|id:page">
            <a:extLst>
              <a:ext uri="{FF2B5EF4-FFF2-40B4-BE49-F238E27FC236}">
                <ns2:creationId id="{89DDB700-CD62-4D5D-A01B-7D9ABDCE6E09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ns3:creationId val="69325464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role:rule|id:footer-line">
            <a:extLst>
              <a:ext uri="{FF2B5EF4-FFF2-40B4-BE49-F238E27FC236}">
                <ns2:creationId id="{6143BF20-BDC7-4E94-8B84-4A94F78E86C8}"/>
              </a:ext>
            </a:extLst>
          </p:cNvPr>
          <p:cNvSpPr>
            <a:spLocks noGrp="1"/>
          </p:cNvSpPr>
          <p:nvPr/>
        </p:nvSpPr>
        <p:spPr>
          <a:xfrm>
            <a:off x="0" y="4613148"/>
            <a:ext cx="9144000" cy="5395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pic>
        <p:nvPicPr>
          <p:cNvPr id="2" name="role:logo|id:logo">
            <a:extLst>
              <a:ext uri="{FF2B5EF4-FFF2-40B4-BE49-F238E27FC236}">
                <ns2:creationId id="{16591EA7-6174-4888-A76A-874E17B7F7FA}"/>
              </a:ext>
            </a:extLst>
          </p:cNvPr>
          <p:cNvPicPr>
            <a:picLocks noChangeAspect="1"/>
          </p:cNvPicPr>
          <p:nvPr/>
        </p:nvPicPr>
        <p:blipFill>
          <a:blip ns3:embed="R4ab685c45be545d4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3" name="role:page|id:page">
            <a:extLst>
              <a:ext uri="{FF2B5EF4-FFF2-40B4-BE49-F238E27FC236}">
                <ns2:creationId id="{932BF92E-CC39-4EF3-98A8-86A581325974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role:header|id:running-chapter-3">
            <a:extLst>
              <a:ext uri="{FF2B5EF4-FFF2-40B4-BE49-F238E27FC236}">
                <ns2:creationId id="{652FE0A3-B1B8-43C5-B56A-272F71CAAC0A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2560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目次</a:t>
            </a:r>
          </a:p>
        </p:txBody>
      </p:sp>
      <p:sp>
        <p:nvSpPr>
          <p:cNvPr id="5" name="role:header|id:running-title-3">
            <a:extLst>
              <a:ext uri="{FF2B5EF4-FFF2-40B4-BE49-F238E27FC236}">
                <ns2:creationId id="{D24B59FE-CE7A-4A39-92CE-7A0BEC5DF485}"/>
              </a:ext>
            </a:extLst>
          </p:cNvPr>
          <p:cNvSpPr>
            <a:spLocks noGrp="1"/>
          </p:cNvSpPr>
          <p:nvPr/>
        </p:nvSpPr>
        <p:spPr>
          <a:xfrm>
            <a:off x="3200400" y="109728"/>
            <a:ext cx="548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</p:txBody>
      </p:sp>
      <p:sp>
        <p:nvSpPr>
          <p:cNvPr id="6" name="role:title|id:title">
            <a:extLst>
              <a:ext uri="{FF2B5EF4-FFF2-40B4-BE49-F238E27FC236}">
                <ns2:creationId id="{3429C10A-D14D-4483-B671-9693EABA0106}"/>
              </a:ext>
            </a:extLst>
          </p:cNvPr>
          <p:cNvSpPr>
            <a:spLocks noGrp="1"/>
          </p:cNvSpPr>
          <p:nvPr/>
        </p:nvSpPr>
        <p:spPr>
          <a:xfrm>
            <a:off x="457200" y="475488"/>
            <a:ext cx="822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目次</a:t>
            </a:r>
          </a:p>
        </p:txBody>
      </p:sp>
      <p:sp>
        <p:nvSpPr>
          <p:cNvPr id="7" name="role:body|id:message">
            <a:extLst>
              <a:ext uri="{FF2B5EF4-FFF2-40B4-BE49-F238E27FC236}">
                <ns2:creationId id="{57B3C793-90AA-4C2F-9727-44E90C015C94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研究のねらい、しくみ、ここまでの結果、今後の展望</a:t>
            </a:r>
          </a:p>
        </p:txBody>
      </p:sp>
      <p:sp>
        <p:nvSpPr>
          <p:cNvPr id="8" name="role:body|id:toc-label-0">
            <a:extLst>
              <a:ext uri="{FF2B5EF4-FFF2-40B4-BE49-F238E27FC236}">
                <ns2:creationId id="{410F8139-BAF4-4581-BF56-EBEBBBFD1766}"/>
              </a:ext>
            </a:extLst>
          </p:cNvPr>
          <p:cNvSpPr>
            <a:spLocks noGrp="1"/>
          </p:cNvSpPr>
          <p:nvPr/>
        </p:nvSpPr>
        <p:spPr>
          <a:xfrm>
            <a:off x="457200" y="1609725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01 研究のねらい</a:t>
            </a:r>
          </a:p>
        </p:txBody>
      </p:sp>
      <p:sp>
        <p:nvSpPr>
          <p:cNvPr id="9" name="role:shape|id:toc-image-slot-0">
            <a:extLst>
              <a:ext uri="{FF2B5EF4-FFF2-40B4-BE49-F238E27FC236}">
                <ns2:creationId id="{5FEEB4C9-3A9D-49DC-A00C-273CF7361AAE}"/>
              </a:ext>
            </a:extLst>
          </p:cNvPr>
          <p:cNvSpPr>
            <a:spLocks noGrp="1"/>
          </p:cNvSpPr>
          <p:nvPr/>
        </p:nvSpPr>
        <p:spPr>
          <a:xfrm>
            <a:off x="457200" y="1971675"/>
            <a:ext cx="3886200" cy="704850"/>
          </a:xfrm>
          <a:prstGeom prst="rect">
            <a:avLst/>
          </a:prstGeom>
          <a:solidFill>
            <a:srgbClr val="F3F5F1"/>
          </a:solidFill>
          <a:ln w="9525">
            <a:solidFill>
              <a:srgbClr val="B5BDB2"/>
            </a:solidFill>
            <a:prstDash val="solid"/>
          </a:ln>
        </p:spPr>
      </p:sp>
      <p:sp>
        <p:nvSpPr>
          <p:cNvPr id="10" name="role:body|id:toc-image-label-0">
            <a:extLst>
              <a:ext uri="{FF2B5EF4-FFF2-40B4-BE49-F238E27FC236}">
                <ns2:creationId id="{0EC29AFD-5F88-4382-A688-4518B7BB344E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3695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利用場面の画像枠</a:t>
            </a:r>
          </a:p>
        </p:txBody>
      </p:sp>
      <p:sp>
        <p:nvSpPr>
          <p:cNvPr id="11" name="role:body|id:toc-label-1">
            <a:extLst>
              <a:ext uri="{FF2B5EF4-FFF2-40B4-BE49-F238E27FC236}">
                <ns2:creationId id="{7951FB7E-980F-4251-BAF7-907869E5FC56}"/>
              </a:ext>
            </a:extLst>
          </p:cNvPr>
          <p:cNvSpPr>
            <a:spLocks noGrp="1"/>
          </p:cNvSpPr>
          <p:nvPr/>
        </p:nvSpPr>
        <p:spPr>
          <a:xfrm>
            <a:off x="4800600" y="1609725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02 しくみと評価方法</a:t>
            </a:r>
          </a:p>
        </p:txBody>
      </p:sp>
      <p:sp>
        <p:nvSpPr>
          <p:cNvPr id="12" name="role:shape|id:toc-image-slot-1">
            <a:extLst>
              <a:ext uri="{FF2B5EF4-FFF2-40B4-BE49-F238E27FC236}">
                <ns2:creationId id="{E3392037-8CFC-4614-933B-E37746F6FAFE}"/>
              </a:ext>
            </a:extLst>
          </p:cNvPr>
          <p:cNvSpPr>
            <a:spLocks noGrp="1"/>
          </p:cNvSpPr>
          <p:nvPr/>
        </p:nvSpPr>
        <p:spPr>
          <a:xfrm>
            <a:off x="4800600" y="1971675"/>
            <a:ext cx="3886200" cy="704850"/>
          </a:xfrm>
          <a:prstGeom prst="rect">
            <a:avLst/>
          </a:prstGeom>
          <a:solidFill>
            <a:srgbClr val="F3F5F1"/>
          </a:solidFill>
          <a:ln w="9525">
            <a:solidFill>
              <a:srgbClr val="B5BDB2"/>
            </a:solidFill>
            <a:prstDash val="solid"/>
          </a:ln>
        </p:spPr>
      </p:sp>
      <p:sp>
        <p:nvSpPr>
          <p:cNvPr id="13" name="role:body|id:toc-image-label-1">
            <a:extLst>
              <a:ext uri="{FF2B5EF4-FFF2-40B4-BE49-F238E27FC236}">
                <ns2:creationId id="{1A388AA3-5E52-43A0-A377-3A0884E8AC83}"/>
              </a:ext>
            </a:extLst>
          </p:cNvPr>
          <p:cNvSpPr>
            <a:spLocks noGrp="1"/>
          </p:cNvSpPr>
          <p:nvPr/>
        </p:nvSpPr>
        <p:spPr>
          <a:xfrm>
            <a:off x="4895850" y="2019300"/>
            <a:ext cx="3695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手法・実機の画像枠</a:t>
            </a:r>
          </a:p>
        </p:txBody>
      </p:sp>
      <p:sp>
        <p:nvSpPr>
          <p:cNvPr id="14" name="role:body|id:toc-label-2">
            <a:extLst>
              <a:ext uri="{FF2B5EF4-FFF2-40B4-BE49-F238E27FC236}">
                <ns2:creationId id="{EC4988F0-CD5C-451E-BEA5-A4CFB5BADA0D}"/>
              </a:ext>
            </a:extLst>
          </p:cNvPr>
          <p:cNvSpPr>
            <a:spLocks noGrp="1"/>
          </p:cNvSpPr>
          <p:nvPr/>
        </p:nvSpPr>
        <p:spPr>
          <a:xfrm>
            <a:off x="457200" y="2867025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03 ここまでの結果</a:t>
            </a:r>
          </a:p>
        </p:txBody>
      </p:sp>
      <p:sp>
        <p:nvSpPr>
          <p:cNvPr id="15" name="role:shape|id:toc-image-slot-2">
            <a:extLst>
              <a:ext uri="{FF2B5EF4-FFF2-40B4-BE49-F238E27FC236}">
                <ns2:creationId id="{E4B16FE0-FD9A-44C8-84A8-668BD5AD057A}"/>
              </a:ext>
            </a:extLst>
          </p:cNvPr>
          <p:cNvSpPr>
            <a:spLocks noGrp="1"/>
          </p:cNvSpPr>
          <p:nvPr/>
        </p:nvSpPr>
        <p:spPr>
          <a:xfrm>
            <a:off x="457200" y="3228975"/>
            <a:ext cx="3886200" cy="704850"/>
          </a:xfrm>
          <a:prstGeom prst="rect">
            <a:avLst/>
          </a:prstGeom>
          <a:solidFill>
            <a:srgbClr val="F3F5F1"/>
          </a:solidFill>
          <a:ln w="9525">
            <a:solidFill>
              <a:srgbClr val="B5BDB2"/>
            </a:solidFill>
            <a:prstDash val="solid"/>
          </a:ln>
        </p:spPr>
      </p:sp>
      <p:sp>
        <p:nvSpPr>
          <p:cNvPr id="16" name="role:body|id:toc-image-label-2">
            <a:extLst>
              <a:ext uri="{FF2B5EF4-FFF2-40B4-BE49-F238E27FC236}">
                <ns2:creationId id="{C95D74A8-CD46-4AA0-BBB6-CD7672F6E3CF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3695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評価・結果図の画像枠</a:t>
            </a:r>
          </a:p>
        </p:txBody>
      </p:sp>
      <p:sp>
        <p:nvSpPr>
          <p:cNvPr id="17" name="role:body|id:toc-label-3">
            <a:extLst>
              <a:ext uri="{FF2B5EF4-FFF2-40B4-BE49-F238E27FC236}">
                <ns2:creationId id="{ACD9D06C-845E-4EDA-86EF-2D8C439E3B85}"/>
              </a:ext>
            </a:extLst>
          </p:cNvPr>
          <p:cNvSpPr>
            <a:spLocks noGrp="1"/>
          </p:cNvSpPr>
          <p:nvPr/>
        </p:nvSpPr>
        <p:spPr>
          <a:xfrm>
            <a:off x="4800600" y="2867025"/>
            <a:ext cx="3886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04 今後の展望</a:t>
            </a:r>
          </a:p>
        </p:txBody>
      </p:sp>
      <p:sp>
        <p:nvSpPr>
          <p:cNvPr id="18" name="role:shape|id:toc-image-slot-3">
            <a:extLst>
              <a:ext uri="{FF2B5EF4-FFF2-40B4-BE49-F238E27FC236}">
                <ns2:creationId id="{BC52B5BE-CB6D-41BA-8815-76EA95B75DD8}"/>
              </a:ext>
            </a:extLst>
          </p:cNvPr>
          <p:cNvSpPr>
            <a:spLocks noGrp="1"/>
          </p:cNvSpPr>
          <p:nvPr/>
        </p:nvSpPr>
        <p:spPr>
          <a:xfrm>
            <a:off x="4800600" y="3228975"/>
            <a:ext cx="3886200" cy="704850"/>
          </a:xfrm>
          <a:prstGeom prst="rect">
            <a:avLst/>
          </a:prstGeom>
          <a:solidFill>
            <a:srgbClr val="F3F5F1"/>
          </a:solidFill>
          <a:ln w="9525">
            <a:solidFill>
              <a:srgbClr val="B5BDB2"/>
            </a:solidFill>
            <a:prstDash val="solid"/>
          </a:ln>
        </p:spPr>
      </p:sp>
      <p:sp>
        <p:nvSpPr>
          <p:cNvPr id="19" name="role:body|id:toc-image-label-3">
            <a:extLst>
              <a:ext uri="{FF2B5EF4-FFF2-40B4-BE49-F238E27FC236}">
                <ns2:creationId id="{85D666D6-FF50-4322-ACF9-AF2AD82560E5}"/>
              </a:ext>
            </a:extLst>
          </p:cNvPr>
          <p:cNvSpPr>
            <a:spLocks noGrp="1"/>
          </p:cNvSpPr>
          <p:nvPr/>
        </p:nvSpPr>
        <p:spPr>
          <a:xfrm>
            <a:off x="4895850" y="3276600"/>
            <a:ext cx="3695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構想図の画像枠（計画）</a:t>
            </a:r>
          </a:p>
        </p:txBody>
      </p:sp>
      <p:sp>
        <p:nvSpPr>
          <p:cNvPr id="20" name="role:rule|id:toc-rule-vertical">
            <a:extLst>
              <a:ext uri="{FF2B5EF4-FFF2-40B4-BE49-F238E27FC236}">
                <ns2:creationId id="{A10A8756-8911-4F16-84B1-BEFA4FA6BD98}"/>
              </a:ext>
            </a:extLst>
          </p:cNvPr>
          <p:cNvSpPr>
            <a:spLocks noGrp="1"/>
          </p:cNvSpPr>
          <p:nvPr/>
        </p:nvSpPr>
        <p:spPr>
          <a:xfrm>
            <a:off x="4572000" y="1562100"/>
            <a:ext cx="9525" cy="2524125"/>
          </a:xfrm>
          <a:prstGeom prst="rect">
            <a:avLst/>
          </a:prstGeom>
          <a:solidFill>
            <a:srgbClr val="D7DCD5"/>
          </a:solidFill>
          <a:ln w="0">
            <a:noFill/>
            <a:prstDash val="solid"/>
          </a:ln>
        </p:spPr>
      </p:sp>
      <p:sp>
        <p:nvSpPr>
          <p:cNvPr id="21" name="role:rule|id:toc-rule-horizontal">
            <a:extLst>
              <a:ext uri="{FF2B5EF4-FFF2-40B4-BE49-F238E27FC236}">
                <ns2:creationId id="{5E1AA749-D31F-45E7-BBF4-BC9D9E01DA30}"/>
              </a:ext>
            </a:extLst>
          </p:cNvPr>
          <p:cNvSpPr>
            <a:spLocks noGrp="1"/>
          </p:cNvSpPr>
          <p:nvPr/>
        </p:nvSpPr>
        <p:spPr>
          <a:xfrm>
            <a:off x="457200" y="2809875"/>
            <a:ext cx="8229600" cy="9525"/>
          </a:xfrm>
          <a:prstGeom prst="rect">
            <a:avLst/>
          </a:prstGeom>
          <a:solidFill>
            <a:srgbClr val="D7DCD5"/>
          </a:solidFill>
          <a:ln w="0">
            <a:noFill/>
            <a:prstDash val="solid"/>
          </a:ln>
        </p:spPr>
      </p:sp>
    </p:spTree>
    <p:extLst>
      <p:ext uri="{BB962C8B-B14F-4D97-AF65-F5344CB8AC3E}">
        <ns4:creationId val="1231720695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role:logo|id:logo">
            <a:extLst>
              <a:ext uri="{FF2B5EF4-FFF2-40B4-BE49-F238E27FC236}">
                <ns2:creationId id="{7F8D7E80-63B3-4391-A6D7-6592AB7A17CE}"/>
              </a:ext>
            </a:extLst>
          </p:cNvPr>
          <p:cNvPicPr>
            <a:picLocks noChangeAspect="1"/>
          </p:cNvPicPr>
          <p:nvPr/>
        </p:nvPicPr>
        <p:blipFill>
          <a:blip ns3:embed="R415d9f510ba94b2a"/>
          <a:stretch/>
        </p:blipFill>
        <p:spPr>
          <a:xfrm>
            <a:off x="7697419" y="502920"/>
            <a:ext cx="1107338" cy="310965"/>
          </a:xfrm>
          <a:prstGeom prst="rect">
            <a:avLst/>
          </a:prstGeom>
        </p:spPr>
      </p:pic>
      <p:sp>
        <p:nvSpPr>
          <p:cNvPr id="2" name="role:page|id:page">
            <a:extLst>
              <a:ext uri="{FF2B5EF4-FFF2-40B4-BE49-F238E27FC236}">
                <ns2:creationId id="{E67431D0-C839-45E9-8BCB-2B75765706AA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ole:header|id:running-chapter-4">
            <a:extLst>
              <a:ext uri="{FF2B5EF4-FFF2-40B4-BE49-F238E27FC236}">
                <ns2:creationId id="{F2A428E2-D63B-430B-B60E-011DE8D61370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2560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03 ここまでの結果</a:t>
            </a:r>
          </a:p>
        </p:txBody>
      </p:sp>
      <p:sp>
        <p:nvSpPr>
          <p:cNvPr id="4" name="role:header|id:running-title-4">
            <a:extLst>
              <a:ext uri="{FF2B5EF4-FFF2-40B4-BE49-F238E27FC236}">
                <ns2:creationId id="{63AA1160-208D-439A-A53F-1BB6425FF7F0}"/>
              </a:ext>
            </a:extLst>
          </p:cNvPr>
          <p:cNvSpPr>
            <a:spLocks noGrp="1"/>
          </p:cNvSpPr>
          <p:nvPr/>
        </p:nvSpPr>
        <p:spPr>
          <a:xfrm>
            <a:off x="3200400" y="109728"/>
            <a:ext cx="548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</p:txBody>
      </p:sp>
      <p:sp>
        <p:nvSpPr>
          <p:cNvPr id="5" name="role:shape|id:upper-chapter-band">
            <a:extLst>
              <a:ext uri="{FF2B5EF4-FFF2-40B4-BE49-F238E27FC236}">
                <ns2:creationId id="{06669EC5-A747-4864-8441-B14E2F1465A4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7772400" cy="821531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sp>
        <p:nvSpPr>
          <p:cNvPr id="6" name="role:title|id:chapter">
            <a:extLst>
              <a:ext uri="{FF2B5EF4-FFF2-40B4-BE49-F238E27FC236}">
                <ns2:creationId id="{42D5921C-6A83-40B1-A4E9-3A8F80684E72}"/>
              </a:ext>
            </a:extLst>
          </p:cNvPr>
          <p:cNvSpPr>
            <a:spLocks noGrp="1"/>
          </p:cNvSpPr>
          <p:nvPr/>
        </p:nvSpPr>
        <p:spPr>
          <a:xfrm>
            <a:off x="671513" y="1035844"/>
            <a:ext cx="7358063" cy="6500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769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3769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3769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03  ここまでの結果</a:t>
            </a:r>
          </a:p>
        </p:txBody>
      </p:sp>
      <p:sp>
        <p:nvSpPr>
          <p:cNvPr id="7" name="role:body|id:chapter-guide">
            <a:extLst>
              <a:ext uri="{FF2B5EF4-FFF2-40B4-BE49-F238E27FC236}">
                <ns2:creationId id="{4643991E-8708-490F-AC4B-FA1D11CAE822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7715250" cy="785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2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2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2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合成データで確認したことと、残る課題</a:t>
            </a:r>
          </a:p>
        </p:txBody>
      </p:sp>
    </p:spTree>
    <p:extLst>
      <p:ext uri="{BB962C8B-B14F-4D97-AF65-F5344CB8AC3E}">
        <ns4:creationId val="675669648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37" name="role:diagram-edge|id:keep-10">
            <a:extLst>
              <a:ext uri="{FF2B5EF4-FFF2-40B4-BE49-F238E27FC236}">
                <ns2:creationId id="{F3FCA9D0-06DA-412A-8398-2C1F1B1735C5}"/>
              </a:ext>
            </a:extLst>
          </p:cNvPr>
          <p:cNvCxnSpPr>
            <a:stCxn id="34" idx="4"/>
            <a:endCxn id="36" idx="0"/>
          </p:cNvCxnSpPr>
          <p:nvPr/>
        </p:nvCxnSpPr>
        <p:spPr>
          <a:xfrm>
            <a:off x="7324725" y="2057400"/>
            <a:ext cx="0" cy="1200150"/>
          </a:xfrm>
          <a:prstGeom prst="straightConnector1">
            <a:avLst/>
          </a:prstGeom>
          <a:ln w="11430">
            <a:solidFill>
              <a:srgbClr val="59636E"/>
            </a:solidFill>
            <a:tailEnd type="triangle" w="sm" len="sm"/>
          </a:ln>
        </p:spPr>
      </p:cxnSp>
      <p:cxnSp>
        <p:nvCxnSpPr>
          <p:cNvPr id="25" name="role:diagram-edge|id:keep-5">
            <a:extLst>
              <a:ext uri="{FF2B5EF4-FFF2-40B4-BE49-F238E27FC236}">
                <ns2:creationId id="{BCA5E52B-58A6-4633-92C5-A17AE6341A72}"/>
              </a:ext>
            </a:extLst>
          </p:cNvPr>
          <p:cNvCxnSpPr>
            <a:stCxn id="22" idx="4"/>
            <a:endCxn id="24" idx="0"/>
          </p:cNvCxnSpPr>
          <p:nvPr/>
        </p:nvCxnSpPr>
        <p:spPr>
          <a:xfrm>
            <a:off x="5324475" y="2057400"/>
            <a:ext cx="0" cy="1200150"/>
          </a:xfrm>
          <a:prstGeom prst="straightConnector1">
            <a:avLst/>
          </a:prstGeom>
          <a:ln w="11430">
            <a:solidFill>
              <a:srgbClr val="59636E"/>
            </a:solidFill>
            <a:tailEnd type="triangle" w="sm" len="sm"/>
          </a:ln>
        </p:spPr>
      </p:cxnSp>
      <p:cxnSp>
        <p:nvCxnSpPr>
          <p:cNvPr id="13" name="role:diagram-edge|id:keep-0">
            <a:extLst>
              <a:ext uri="{FF2B5EF4-FFF2-40B4-BE49-F238E27FC236}">
                <ns2:creationId id="{F925AD50-D103-4781-9C26-5B98BD3BA404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>
            <a:off x="3324225" y="2057400"/>
            <a:ext cx="0" cy="1200150"/>
          </a:xfrm>
          <a:prstGeom prst="straightConnector1">
            <a:avLst/>
          </a:prstGeom>
          <a:ln w="11430">
            <a:solidFill>
              <a:srgbClr val="59636E"/>
            </a:solidFill>
            <a:tailEnd type="triangle" w="sm" len="sm"/>
          </a:ln>
        </p:spPr>
      </p:cxnSp>
      <p:sp>
        <p:nvSpPr>
          <p:cNvPr id="45" name="role:rule|id:footer-line">
            <a:extLst>
              <a:ext uri="{FF2B5EF4-FFF2-40B4-BE49-F238E27FC236}">
                <ns2:creationId id="{CA35ED15-DA20-43FC-BADE-2CCD91F9412F}"/>
              </a:ext>
            </a:extLst>
          </p:cNvPr>
          <p:cNvSpPr>
            <a:spLocks noGrp="1"/>
          </p:cNvSpPr>
          <p:nvPr/>
        </p:nvSpPr>
        <p:spPr>
          <a:xfrm>
            <a:off x="0" y="4613148"/>
            <a:ext cx="9144000" cy="5395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pic>
        <p:nvPicPr>
          <p:cNvPr id="2" name="role:logo|id:logo">
            <a:extLst>
              <a:ext uri="{FF2B5EF4-FFF2-40B4-BE49-F238E27FC236}">
                <ns2:creationId id="{BF23F14A-FC72-49FF-ACBB-49CCE0E59BA6}"/>
              </a:ext>
            </a:extLst>
          </p:cNvPr>
          <p:cNvPicPr>
            <a:picLocks noChangeAspect="1"/>
          </p:cNvPicPr>
          <p:nvPr/>
        </p:nvPicPr>
        <p:blipFill>
          <a:blip ns3:embed="R717dcf32b5854547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3" name="role:page|id:page">
            <a:extLst>
              <a:ext uri="{FF2B5EF4-FFF2-40B4-BE49-F238E27FC236}">
                <ns2:creationId id="{7206ADDC-D074-40C2-8A8C-AA962021ADA9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ole:header|id:running-chapter-5">
            <a:extLst>
              <a:ext uri="{FF2B5EF4-FFF2-40B4-BE49-F238E27FC236}">
                <ns2:creationId id="{98879EE6-6B83-4B5A-8368-7D1BEF977B1A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2560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02 しくみと評価方法</a:t>
            </a:r>
          </a:p>
        </p:txBody>
      </p:sp>
      <p:sp>
        <p:nvSpPr>
          <p:cNvPr id="5" name="role:header|id:running-title-5">
            <a:extLst>
              <a:ext uri="{FF2B5EF4-FFF2-40B4-BE49-F238E27FC236}">
                <ns2:creationId id="{8631AD8C-BE78-453E-872E-3FBE5B2EA773}"/>
              </a:ext>
            </a:extLst>
          </p:cNvPr>
          <p:cNvSpPr>
            <a:spLocks noGrp="1"/>
          </p:cNvSpPr>
          <p:nvPr/>
        </p:nvSpPr>
        <p:spPr>
          <a:xfrm>
            <a:off x="3200400" y="109728"/>
            <a:ext cx="548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</p:txBody>
      </p:sp>
      <p:sp>
        <p:nvSpPr>
          <p:cNvPr id="6" name="role:title|id:title">
            <a:extLst>
              <a:ext uri="{FF2B5EF4-FFF2-40B4-BE49-F238E27FC236}">
                <ns2:creationId id="{385F1857-05FD-4291-B555-73482C33675E}"/>
              </a:ext>
            </a:extLst>
          </p:cNvPr>
          <p:cNvSpPr>
            <a:spLocks noGrp="1"/>
          </p:cNvSpPr>
          <p:nvPr/>
        </p:nvSpPr>
        <p:spPr>
          <a:xfrm>
            <a:off x="457200" y="475488"/>
            <a:ext cx="822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同じ入力の間引き</a:t>
            </a:r>
          </a:p>
        </p:txBody>
      </p:sp>
      <p:sp>
        <p:nvSpPr>
          <p:cNvPr id="7" name="role:body|id:message">
            <a:extLst>
              <a:ext uri="{FF2B5EF4-FFF2-40B4-BE49-F238E27FC236}">
                <ns2:creationId id="{D2B62112-F415-45B6-B8EA-C749D838DF10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合成13点から、0・5・10分の3点を保持する [1]</a:t>
            </a:r>
          </a:p>
        </p:txBody>
      </p:sp>
      <p:sp>
        <p:nvSpPr>
          <p:cNvPr id="8" name="role:body|id:all-label">
            <a:extLst>
              <a:ext uri="{FF2B5EF4-FFF2-40B4-BE49-F238E27FC236}">
                <ns2:creationId id="{B53D18C0-41D9-4B5B-BA32-30CAB968F2BC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1分間隔の入力</a:t>
            </a:r>
          </a:p>
        </p:txBody>
      </p:sp>
      <p:sp>
        <p:nvSpPr>
          <p:cNvPr id="9" name="role:body|id:kept-label">
            <a:extLst>
              <a:ext uri="{FF2B5EF4-FFF2-40B4-BE49-F238E27FC236}">
                <ns2:creationId id="{840C8E38-35AC-47AD-B9C9-B7A806B96F75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5分間隔で保持</a:t>
            </a:r>
          </a:p>
        </p:txBody>
      </p:sp>
      <p:sp>
        <p:nvSpPr>
          <p:cNvPr id="10" name="role:diagram-node|id:input-0">
            <a:extLst>
              <a:ext uri="{FF2B5EF4-FFF2-40B4-BE49-F238E27FC236}">
                <ns2:creationId id="{BA2623FD-5F34-46F4-8694-9178EB877E3A}"/>
              </a:ext>
            </a:extLst>
          </p:cNvPr>
          <p:cNvSpPr>
            <a:spLocks noGrp="1"/>
          </p:cNvSpPr>
          <p:nvPr/>
        </p:nvSpPr>
        <p:spPr>
          <a:xfrm>
            <a:off x="323850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11" name="role:label|id:minute-0">
            <a:extLst>
              <a:ext uri="{FF2B5EF4-FFF2-40B4-BE49-F238E27FC236}">
                <ns2:creationId id="{6000A0FE-4B96-4F14-8D8D-A2D67B53323A}"/>
              </a:ext>
            </a:extLst>
          </p:cNvPr>
          <p:cNvSpPr>
            <a:spLocks noGrp="1"/>
          </p:cNvSpPr>
          <p:nvPr/>
        </p:nvSpPr>
        <p:spPr>
          <a:xfrm>
            <a:off x="314325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2" name="role:diagram-node|id:retained-0">
            <a:extLst>
              <a:ext uri="{FF2B5EF4-FFF2-40B4-BE49-F238E27FC236}">
                <ns2:creationId id="{23987EE4-8E8F-477A-BFA7-C96DC0A569E8}"/>
              </a:ext>
            </a:extLst>
          </p:cNvPr>
          <p:cNvSpPr>
            <a:spLocks noGrp="1"/>
          </p:cNvSpPr>
          <p:nvPr/>
        </p:nvSpPr>
        <p:spPr>
          <a:xfrm>
            <a:off x="3219450" y="3257550"/>
            <a:ext cx="209550" cy="209550"/>
          </a:xfrm>
          <a:prstGeom prst="rect">
            <a:avLst/>
          </a:prstGeom>
          <a:solidFill>
            <a:srgbClr val="38761D"/>
          </a:solidFill>
          <a:ln w="11430">
            <a:solidFill>
              <a:srgbClr val="17202A"/>
            </a:solidFill>
            <a:prstDash val="solid"/>
          </a:ln>
        </p:spPr>
      </p:sp>
      <p:sp>
        <p:nvSpPr>
          <p:cNvPr id="14" name="role:diagram-node|id:input-1">
            <a:extLst>
              <a:ext uri="{FF2B5EF4-FFF2-40B4-BE49-F238E27FC236}">
                <ns2:creationId id="{4195D06E-644C-494B-9F7B-FFC90EFB703C}"/>
              </a:ext>
            </a:extLst>
          </p:cNvPr>
          <p:cNvSpPr>
            <a:spLocks noGrp="1"/>
          </p:cNvSpPr>
          <p:nvPr/>
        </p:nvSpPr>
        <p:spPr>
          <a:xfrm>
            <a:off x="363855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15" name="role:label|id:minute-1">
            <a:extLst>
              <a:ext uri="{FF2B5EF4-FFF2-40B4-BE49-F238E27FC236}">
                <ns2:creationId id="{32D8984F-15C4-4078-AFB3-B4A610AA4913}"/>
              </a:ext>
            </a:extLst>
          </p:cNvPr>
          <p:cNvSpPr>
            <a:spLocks noGrp="1"/>
          </p:cNvSpPr>
          <p:nvPr/>
        </p:nvSpPr>
        <p:spPr>
          <a:xfrm>
            <a:off x="354330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6" name="role:diagram-node|id:input-2">
            <a:extLst>
              <a:ext uri="{FF2B5EF4-FFF2-40B4-BE49-F238E27FC236}">
                <ns2:creationId id="{2FD54F8C-5AB8-46FA-B7DC-59231C767605}"/>
              </a:ext>
            </a:extLst>
          </p:cNvPr>
          <p:cNvSpPr>
            <a:spLocks noGrp="1"/>
          </p:cNvSpPr>
          <p:nvPr/>
        </p:nvSpPr>
        <p:spPr>
          <a:xfrm>
            <a:off x="403860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17" name="role:label|id:minute-2">
            <a:extLst>
              <a:ext uri="{FF2B5EF4-FFF2-40B4-BE49-F238E27FC236}">
                <ns2:creationId id="{F0334E4E-A158-4E9F-969E-AD7728AD6F2C}"/>
              </a:ext>
            </a:extLst>
          </p:cNvPr>
          <p:cNvSpPr>
            <a:spLocks noGrp="1"/>
          </p:cNvSpPr>
          <p:nvPr/>
        </p:nvSpPr>
        <p:spPr>
          <a:xfrm>
            <a:off x="394335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8" name="role:diagram-node|id:input-3">
            <a:extLst>
              <a:ext uri="{FF2B5EF4-FFF2-40B4-BE49-F238E27FC236}">
                <ns2:creationId id="{F5C7687F-5963-4A1D-8249-502EFF6325BA}"/>
              </a:ext>
            </a:extLst>
          </p:cNvPr>
          <p:cNvSpPr>
            <a:spLocks noGrp="1"/>
          </p:cNvSpPr>
          <p:nvPr/>
        </p:nvSpPr>
        <p:spPr>
          <a:xfrm>
            <a:off x="443865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19" name="role:label|id:minute-3">
            <a:extLst>
              <a:ext uri="{FF2B5EF4-FFF2-40B4-BE49-F238E27FC236}">
                <ns2:creationId id="{4AA2CAD0-247D-4BBC-8F8E-0D71C0FB90C3}"/>
              </a:ext>
            </a:extLst>
          </p:cNvPr>
          <p:cNvSpPr>
            <a:spLocks noGrp="1"/>
          </p:cNvSpPr>
          <p:nvPr/>
        </p:nvSpPr>
        <p:spPr>
          <a:xfrm>
            <a:off x="434340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0" name="role:diagram-node|id:input-4">
            <a:extLst>
              <a:ext uri="{FF2B5EF4-FFF2-40B4-BE49-F238E27FC236}">
                <ns2:creationId id="{D74BF291-3C4F-488A-8C61-AEE2E36CDC87}"/>
              </a:ext>
            </a:extLst>
          </p:cNvPr>
          <p:cNvSpPr>
            <a:spLocks noGrp="1"/>
          </p:cNvSpPr>
          <p:nvPr/>
        </p:nvSpPr>
        <p:spPr>
          <a:xfrm>
            <a:off x="483870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21" name="role:label|id:minute-4">
            <a:extLst>
              <a:ext uri="{FF2B5EF4-FFF2-40B4-BE49-F238E27FC236}">
                <ns2:creationId id="{6BFDFCDD-4D4E-42C5-AA69-09B384D72398}"/>
              </a:ext>
            </a:extLst>
          </p:cNvPr>
          <p:cNvSpPr>
            <a:spLocks noGrp="1"/>
          </p:cNvSpPr>
          <p:nvPr/>
        </p:nvSpPr>
        <p:spPr>
          <a:xfrm>
            <a:off x="474345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2" name="role:diagram-node|id:input-5">
            <a:extLst>
              <a:ext uri="{FF2B5EF4-FFF2-40B4-BE49-F238E27FC236}">
                <ns2:creationId id="{F66667E3-E583-4E76-A075-A760942C6DA4}"/>
              </a:ext>
            </a:extLst>
          </p:cNvPr>
          <p:cNvSpPr>
            <a:spLocks noGrp="1"/>
          </p:cNvSpPr>
          <p:nvPr/>
        </p:nvSpPr>
        <p:spPr>
          <a:xfrm>
            <a:off x="523875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23" name="role:label|id:minute-5">
            <a:extLst>
              <a:ext uri="{FF2B5EF4-FFF2-40B4-BE49-F238E27FC236}">
                <ns2:creationId id="{750543B3-EBBB-4359-89A7-9F8863B11F6C}"/>
              </a:ext>
            </a:extLst>
          </p:cNvPr>
          <p:cNvSpPr>
            <a:spLocks noGrp="1"/>
          </p:cNvSpPr>
          <p:nvPr/>
        </p:nvSpPr>
        <p:spPr>
          <a:xfrm>
            <a:off x="514350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4" name="role:diagram-node|id:retained-5">
            <a:extLst>
              <a:ext uri="{FF2B5EF4-FFF2-40B4-BE49-F238E27FC236}">
                <ns2:creationId id="{A145B41C-AFF2-4849-97CF-85B77D18FACD}"/>
              </a:ext>
            </a:extLst>
          </p:cNvPr>
          <p:cNvSpPr>
            <a:spLocks noGrp="1"/>
          </p:cNvSpPr>
          <p:nvPr/>
        </p:nvSpPr>
        <p:spPr>
          <a:xfrm>
            <a:off x="5219700" y="3257550"/>
            <a:ext cx="209550" cy="209550"/>
          </a:xfrm>
          <a:prstGeom prst="rect">
            <a:avLst/>
          </a:prstGeom>
          <a:solidFill>
            <a:srgbClr val="38761D"/>
          </a:solidFill>
          <a:ln w="11430">
            <a:solidFill>
              <a:srgbClr val="17202A"/>
            </a:solidFill>
            <a:prstDash val="solid"/>
          </a:ln>
        </p:spPr>
      </p:sp>
      <p:sp>
        <p:nvSpPr>
          <p:cNvPr id="26" name="role:diagram-node|id:input-6">
            <a:extLst>
              <a:ext uri="{FF2B5EF4-FFF2-40B4-BE49-F238E27FC236}">
                <ns2:creationId id="{39B1653C-7214-423C-B4C7-D947216C7CE3}"/>
              </a:ext>
            </a:extLst>
          </p:cNvPr>
          <p:cNvSpPr>
            <a:spLocks noGrp="1"/>
          </p:cNvSpPr>
          <p:nvPr/>
        </p:nvSpPr>
        <p:spPr>
          <a:xfrm>
            <a:off x="563880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27" name="role:label|id:minute-6">
            <a:extLst>
              <a:ext uri="{FF2B5EF4-FFF2-40B4-BE49-F238E27FC236}">
                <ns2:creationId id="{62C30C4D-B712-44AD-977D-D8E973A4C4D7}"/>
              </a:ext>
            </a:extLst>
          </p:cNvPr>
          <p:cNvSpPr>
            <a:spLocks noGrp="1"/>
          </p:cNvSpPr>
          <p:nvPr/>
        </p:nvSpPr>
        <p:spPr>
          <a:xfrm>
            <a:off x="554355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28" name="role:diagram-node|id:input-7">
            <a:extLst>
              <a:ext uri="{FF2B5EF4-FFF2-40B4-BE49-F238E27FC236}">
                <ns2:creationId id="{3B1D864B-D280-48D9-92DA-2C867370F115}"/>
              </a:ext>
            </a:extLst>
          </p:cNvPr>
          <p:cNvSpPr>
            <a:spLocks noGrp="1"/>
          </p:cNvSpPr>
          <p:nvPr/>
        </p:nvSpPr>
        <p:spPr>
          <a:xfrm>
            <a:off x="603885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29" name="role:label|id:minute-7">
            <a:extLst>
              <a:ext uri="{FF2B5EF4-FFF2-40B4-BE49-F238E27FC236}">
                <ns2:creationId id="{6226148A-FF64-4163-B7CF-E3635F04819A}"/>
              </a:ext>
            </a:extLst>
          </p:cNvPr>
          <p:cNvSpPr>
            <a:spLocks noGrp="1"/>
          </p:cNvSpPr>
          <p:nvPr/>
        </p:nvSpPr>
        <p:spPr>
          <a:xfrm>
            <a:off x="594360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0" name="role:diagram-node|id:input-8">
            <a:extLst>
              <a:ext uri="{FF2B5EF4-FFF2-40B4-BE49-F238E27FC236}">
                <ns2:creationId id="{7A4233E8-610B-4A22-B2C3-D273BF098648}"/>
              </a:ext>
            </a:extLst>
          </p:cNvPr>
          <p:cNvSpPr>
            <a:spLocks noGrp="1"/>
          </p:cNvSpPr>
          <p:nvPr/>
        </p:nvSpPr>
        <p:spPr>
          <a:xfrm>
            <a:off x="643890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31" name="role:label|id:minute-8">
            <a:extLst>
              <a:ext uri="{FF2B5EF4-FFF2-40B4-BE49-F238E27FC236}">
                <ns2:creationId id="{0B026D20-BB88-4917-9CDB-467C9E78B441}"/>
              </a:ext>
            </a:extLst>
          </p:cNvPr>
          <p:cNvSpPr>
            <a:spLocks noGrp="1"/>
          </p:cNvSpPr>
          <p:nvPr/>
        </p:nvSpPr>
        <p:spPr>
          <a:xfrm>
            <a:off x="634365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32" name="role:diagram-node|id:input-9">
            <a:extLst>
              <a:ext uri="{FF2B5EF4-FFF2-40B4-BE49-F238E27FC236}">
                <ns2:creationId id="{A6A63D06-BDC4-4807-82FF-C4B51DC1B261}"/>
              </a:ext>
            </a:extLst>
          </p:cNvPr>
          <p:cNvSpPr>
            <a:spLocks noGrp="1"/>
          </p:cNvSpPr>
          <p:nvPr/>
        </p:nvSpPr>
        <p:spPr>
          <a:xfrm>
            <a:off x="683895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33" name="role:label|id:minute-9">
            <a:extLst>
              <a:ext uri="{FF2B5EF4-FFF2-40B4-BE49-F238E27FC236}">
                <ns2:creationId id="{C4F29ADB-FBA4-4FB5-AD72-F3674D54FDA8}"/>
              </a:ext>
            </a:extLst>
          </p:cNvPr>
          <p:cNvSpPr>
            <a:spLocks noGrp="1"/>
          </p:cNvSpPr>
          <p:nvPr/>
        </p:nvSpPr>
        <p:spPr>
          <a:xfrm>
            <a:off x="674370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34" name="role:diagram-node|id:input-10">
            <a:extLst>
              <a:ext uri="{FF2B5EF4-FFF2-40B4-BE49-F238E27FC236}">
                <ns2:creationId id="{AA1ABCA3-CC64-4078-8A08-E2B14C58E2B6}"/>
              </a:ext>
            </a:extLst>
          </p:cNvPr>
          <p:cNvSpPr>
            <a:spLocks noGrp="1"/>
          </p:cNvSpPr>
          <p:nvPr/>
        </p:nvSpPr>
        <p:spPr>
          <a:xfrm>
            <a:off x="723900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35" name="role:label|id:minute-10">
            <a:extLst>
              <a:ext uri="{FF2B5EF4-FFF2-40B4-BE49-F238E27FC236}">
                <ns2:creationId id="{935B7D13-7905-445F-9B8E-6809403FE844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36" name="role:diagram-node|id:retained-10">
            <a:extLst>
              <a:ext uri="{FF2B5EF4-FFF2-40B4-BE49-F238E27FC236}">
                <ns2:creationId id="{D7988B06-4D6D-431B-A986-387402662CA2}"/>
              </a:ext>
            </a:extLst>
          </p:cNvPr>
          <p:cNvSpPr>
            <a:spLocks noGrp="1"/>
          </p:cNvSpPr>
          <p:nvPr/>
        </p:nvSpPr>
        <p:spPr>
          <a:xfrm>
            <a:off x="7219950" y="3257550"/>
            <a:ext cx="209550" cy="209550"/>
          </a:xfrm>
          <a:prstGeom prst="rect">
            <a:avLst/>
          </a:prstGeom>
          <a:solidFill>
            <a:srgbClr val="38761D"/>
          </a:solidFill>
          <a:ln w="11430">
            <a:solidFill>
              <a:srgbClr val="17202A"/>
            </a:solidFill>
            <a:prstDash val="solid"/>
          </a:ln>
        </p:spPr>
      </p:sp>
      <p:sp>
        <p:nvSpPr>
          <p:cNvPr id="38" name="role:diagram-node|id:input-11">
            <a:extLst>
              <a:ext uri="{FF2B5EF4-FFF2-40B4-BE49-F238E27FC236}">
                <ns2:creationId id="{45703065-C962-448F-8472-6EC77A321EED}"/>
              </a:ext>
            </a:extLst>
          </p:cNvPr>
          <p:cNvSpPr>
            <a:spLocks noGrp="1"/>
          </p:cNvSpPr>
          <p:nvPr/>
        </p:nvSpPr>
        <p:spPr>
          <a:xfrm>
            <a:off x="763905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39" name="role:label|id:minute-11">
            <a:extLst>
              <a:ext uri="{FF2B5EF4-FFF2-40B4-BE49-F238E27FC236}">
                <ns2:creationId id="{2E954BF9-C29B-4D78-9D33-5B40ECE4B56C}"/>
              </a:ext>
            </a:extLst>
          </p:cNvPr>
          <p:cNvSpPr>
            <a:spLocks noGrp="1"/>
          </p:cNvSpPr>
          <p:nvPr/>
        </p:nvSpPr>
        <p:spPr>
          <a:xfrm>
            <a:off x="754380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40" name="role:diagram-node|id:input-12">
            <a:extLst>
              <a:ext uri="{FF2B5EF4-FFF2-40B4-BE49-F238E27FC236}">
                <ns2:creationId id="{02C32383-185A-4538-9B26-F8898FC7CFA8}"/>
              </a:ext>
            </a:extLst>
          </p:cNvPr>
          <p:cNvSpPr>
            <a:spLocks noGrp="1"/>
          </p:cNvSpPr>
          <p:nvPr/>
        </p:nvSpPr>
        <p:spPr>
          <a:xfrm>
            <a:off x="8039100" y="1885950"/>
            <a:ext cx="171450" cy="1714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p:sp>
        <p:nvSpPr>
          <p:cNvPr id="41" name="role:label|id:minute-12">
            <a:extLst>
              <a:ext uri="{FF2B5EF4-FFF2-40B4-BE49-F238E27FC236}">
                <ns2:creationId id="{11DEB30F-C5FE-4C71-8D50-245417CD22E7}"/>
              </a:ext>
            </a:extLst>
          </p:cNvPr>
          <p:cNvSpPr>
            <a:spLocks noGrp="1"/>
          </p:cNvSpPr>
          <p:nvPr/>
        </p:nvSpPr>
        <p:spPr>
          <a:xfrm>
            <a:off x="7943850" y="1571625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ct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42" name="role:label|id:axis-unit">
            <a:extLst>
              <a:ext uri="{FF2B5EF4-FFF2-40B4-BE49-F238E27FC236}">
                <ns2:creationId id="{754FA956-041B-4BE6-8845-82BC919CAE73}"/>
              </a:ext>
            </a:extLst>
          </p:cNvPr>
          <p:cNvSpPr>
            <a:spLocks noGrp="1"/>
          </p:cNvSpPr>
          <p:nvPr/>
        </p:nvSpPr>
        <p:spPr>
          <a:xfrm>
            <a:off x="7562850" y="2533650"/>
            <a:ext cx="904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時刻 [分]</a:t>
            </a:r>
          </a:p>
        </p:txBody>
      </p:sp>
      <p:sp>
        <p:nvSpPr>
          <p:cNvPr id="43" name="role:label|id:arrow-meaning">
            <a:extLst>
              <a:ext uri="{FF2B5EF4-FFF2-40B4-BE49-F238E27FC236}">
                <ns2:creationId id="{5683FE3F-83A0-4B0A-973E-E1C04E5D0AAE}"/>
              </a:ext>
            </a:extLst>
          </p:cNvPr>
          <p:cNvSpPr>
            <a:spLocks noGrp="1"/>
          </p:cNvSpPr>
          <p:nvPr/>
        </p:nvSpPr>
        <p:spPr>
          <a:xfrm>
            <a:off x="3238500" y="3590925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矢印は「保持する点」の対応</a:t>
            </a:r>
          </a:p>
        </p:txBody>
      </p:sp>
      <p:sp>
        <p:nvSpPr>
          <p:cNvPr id="44" name="role:source|id:page-reference">
            <a:extLst>
              <a:ext uri="{FF2B5EF4-FFF2-40B4-BE49-F238E27FC236}">
                <ns2:creationId id="{381ABBF6-2796-43D3-9815-BA8091F24D31}"/>
              </a:ext>
            </a:extLst>
          </p:cNvPr>
          <p:cNvSpPr>
            <a:spLocks noGrp="1"/>
          </p:cNvSpPr>
          <p:nvPr/>
        </p:nvSpPr>
        <p:spPr>
          <a:xfrm>
            <a:off x="457200" y="4224528"/>
            <a:ext cx="822960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室内環境ログ研究の入力資料（同梱教材・合成データ）, 2026.</a:t>
            </a:r>
          </a:p>
        </p:txBody>
      </p:sp>
    </p:spTree>
    <p:extLst>
      <p:ext uri="{BB962C8B-B14F-4D97-AF65-F5344CB8AC3E}">
        <ns4:creationId val="2589634"/>
      </p:ext>
    </p:extLst>
  </p:cSld>
</p:sld>
</file>

<file path=ppt/slides/slide6.xml><?xml version="1.0" encoding="utf-8"?>
<p:sld xmlns:a="http://schemas.openxmlformats.org/drawingml/2006/main" xmlns:c="http://schemas.openxmlformats.org/drawingml/2006/chart" xmlns:ns2="http://schemas.microsoft.com/office/drawing/2014/main" xmlns:ns3="http://schemas.openxmlformats.org/officeDocument/2006/relationships" xmlns:ns5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role:rule|id:footer-line">
            <a:extLst>
              <a:ext uri="{FF2B5EF4-FFF2-40B4-BE49-F238E27FC236}">
                <ns2:creationId id="{C8535FEA-0B3A-4884-ADB6-AE437B5B7E44}"/>
              </a:ext>
            </a:extLst>
          </p:cNvPr>
          <p:cNvSpPr>
            <a:spLocks noGrp="1"/>
          </p:cNvSpPr>
          <p:nvPr/>
        </p:nvSpPr>
        <p:spPr>
          <a:xfrm>
            <a:off x="0" y="4613148"/>
            <a:ext cx="9144000" cy="5395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pic>
        <p:nvPicPr>
          <p:cNvPr id="2" name="role:logo|id:logo">
            <a:extLst>
              <a:ext uri="{FF2B5EF4-FFF2-40B4-BE49-F238E27FC236}">
                <ns2:creationId id="{6285E38A-13E5-4713-AE35-FFF961E4A1E8}"/>
              </a:ext>
            </a:extLst>
          </p:cNvPr>
          <p:cNvPicPr>
            <a:picLocks noChangeAspect="1"/>
          </p:cNvPicPr>
          <p:nvPr/>
        </p:nvPicPr>
        <p:blipFill>
          <a:blip ns3:embed="R9495a712a3a849a4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3" name="role:page|id:page">
            <a:extLst>
              <a:ext uri="{FF2B5EF4-FFF2-40B4-BE49-F238E27FC236}">
                <ns2:creationId id="{9892B035-149B-428E-A1BD-CC8B25147917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role:header|id:running-chapter-6">
            <a:extLst>
              <a:ext uri="{FF2B5EF4-FFF2-40B4-BE49-F238E27FC236}">
                <ns2:creationId id="{6FEC647D-097C-4A76-A1CB-A25E12B4773F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2560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03 ここまでの結果</a:t>
            </a:r>
          </a:p>
        </p:txBody>
      </p:sp>
      <p:sp>
        <p:nvSpPr>
          <p:cNvPr id="5" name="role:header|id:running-title-6">
            <a:extLst>
              <a:ext uri="{FF2B5EF4-FFF2-40B4-BE49-F238E27FC236}">
                <ns2:creationId id="{1848D9D8-1DA0-4C88-B385-0322E32E85B8}"/>
              </a:ext>
            </a:extLst>
          </p:cNvPr>
          <p:cNvSpPr>
            <a:spLocks noGrp="1"/>
          </p:cNvSpPr>
          <p:nvPr/>
        </p:nvSpPr>
        <p:spPr>
          <a:xfrm>
            <a:off x="3200400" y="109728"/>
            <a:ext cx="548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</p:txBody>
      </p:sp>
      <p:sp>
        <p:nvSpPr>
          <p:cNvPr id="6" name="role:title|id:title">
            <a:extLst>
              <a:ext uri="{FF2B5EF4-FFF2-40B4-BE49-F238E27FC236}">
                <ns2:creationId id="{BB9981FC-5262-4C38-B0EF-887BF2E8B4D2}"/>
              </a:ext>
            </a:extLst>
          </p:cNvPr>
          <p:cNvSpPr>
            <a:spLocks noGrp="1"/>
          </p:cNvSpPr>
          <p:nvPr/>
        </p:nvSpPr>
        <p:spPr>
          <a:xfrm>
            <a:off x="457200" y="475488"/>
            <a:ext cx="822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この合成例では高い値が記録に残らない</a:t>
            </a:r>
          </a:p>
        </p:txBody>
      </p:sp>
      <p:sp>
        <p:nvSpPr>
          <p:cNvPr id="7" name="role:body|id:message">
            <a:extLst>
              <a:ext uri="{FF2B5EF4-FFF2-40B4-BE49-F238E27FC236}">
                <ns2:creationId id="{06673520-5F23-45B9-BE47-426A7D2BA988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5分間隔の保持点には、1000 ppmを超える値がない [1]</a:t>
            </a:r>
          </a:p>
        </p:txBody>
      </p:sp>
      <p:graphicFrame>
        <p:nvGraphicFramePr>
          <p:cNvPr id="8" name="role:chart|id:synthetic-comparison">
            <a:extLst>
              <a:ext uri="{FF2B5EF4-FFF2-40B4-BE49-F238E27FC236}">
                <ns2:creationId id="{D4F28E54-44BC-4AFA-B309-BF0EC441DE48}"/>
              </a:ext>
            </a:extLst>
          </p:cNvPr>
          <p:cNvGraphicFramePr/>
          <p:nvPr/>
        </p:nvGraphicFramePr>
        <p:xfrm>
          <a:off x="438150" y="1571625"/>
          <a:ext cx="6210300" cy="2305050"/>
        </p:xfrm>
        <a:graphic>
          <a:graphicData uri="http://schemas.openxmlformats.org/drawingml/2006/chart">
            <c:chart ns3:id="Ra106f34283884c22"/>
          </a:graphicData>
        </a:graphic>
      </p:graphicFrame>
      <p:sp>
        <p:nvSpPr>
          <p:cNvPr id="9" name="role:body|id:maximum-label">
            <a:extLst>
              <a:ext uri="{FF2B5EF4-FFF2-40B4-BE49-F238E27FC236}">
                <ns2:creationId id="{6B6F3CB6-600E-4526-801B-DF42E746EF83}"/>
              </a:ext>
            </a:extLst>
          </p:cNvPr>
          <p:cNvSpPr>
            <a:spLocks noGrp="1"/>
          </p:cNvSpPr>
          <p:nvPr/>
        </p:nvSpPr>
        <p:spPr>
          <a:xfrm>
            <a:off x="6896100" y="178117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保持最大値</a:t>
            </a:r>
          </a:p>
        </p:txBody>
      </p:sp>
      <p:sp>
        <p:nvSpPr>
          <p:cNvPr id="10" name="role:body|id:all-max">
            <a:extLst>
              <a:ext uri="{FF2B5EF4-FFF2-40B4-BE49-F238E27FC236}">
                <ns2:creationId id="{405B6459-DA5A-423E-A854-669C2221F836}"/>
              </a:ext>
            </a:extLst>
          </p:cNvPr>
          <p:cNvSpPr>
            <a:spLocks noGrp="1"/>
          </p:cNvSpPr>
          <p:nvPr/>
        </p:nvSpPr>
        <p:spPr>
          <a:xfrm>
            <a:off x="6896100" y="2228850"/>
            <a:ext cx="1809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9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9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全13点</a:t>
            </a:r>
          </a:p>
          <a:p>
            <a:pPr algn="l">
              <a:defRPr sz="19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9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1120 ppm</a:t>
            </a:r>
          </a:p>
        </p:txBody>
      </p:sp>
      <p:sp>
        <p:nvSpPr>
          <p:cNvPr id="11" name="role:body|id:kept-max">
            <a:extLst>
              <a:ext uri="{FF2B5EF4-FFF2-40B4-BE49-F238E27FC236}">
                <ns2:creationId id="{C6A614BA-02E0-46CF-9865-01D018551C33}"/>
              </a:ext>
            </a:extLst>
          </p:cNvPr>
          <p:cNvSpPr>
            <a:spLocks noGrp="1"/>
          </p:cNvSpPr>
          <p:nvPr/>
        </p:nvSpPr>
        <p:spPr>
          <a:xfrm>
            <a:off x="6896100" y="3190875"/>
            <a:ext cx="1809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9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9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保持3点</a:t>
            </a:r>
          </a:p>
          <a:p>
            <a:pPr algn="l">
              <a:defRPr sz="19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9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970 ppm</a:t>
            </a:r>
          </a:p>
        </p:txBody>
      </p:sp>
      <p:sp>
        <p:nvSpPr>
          <p:cNvPr id="12" name="role:source|id:page-reference">
            <a:extLst>
              <a:ext uri="{FF2B5EF4-FFF2-40B4-BE49-F238E27FC236}">
                <ns2:creationId id="{5B212642-EDDC-40B4-B8D0-8C2096FF1C7A}"/>
              </a:ext>
            </a:extLst>
          </p:cNvPr>
          <p:cNvSpPr>
            <a:spLocks noGrp="1"/>
          </p:cNvSpPr>
          <p:nvPr/>
        </p:nvSpPr>
        <p:spPr>
          <a:xfrm>
            <a:off x="457200" y="4224528"/>
            <a:ext cx="822960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室内環境ログ研究の入力資料（同梱教材・合成データ）, 2026.</a:t>
            </a:r>
          </a:p>
        </p:txBody>
      </p:sp>
    </p:spTree>
    <p:extLst>
      <p:ext uri="{BB962C8B-B14F-4D97-AF65-F5344CB8AC3E}">
        <ns5:creationId val="21492615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role:rule|id:footer-line">
            <a:extLst>
              <a:ext uri="{FF2B5EF4-FFF2-40B4-BE49-F238E27FC236}">
                <ns2:creationId id="{24347FDE-12F1-467B-ABE8-A838506FB2B2}"/>
              </a:ext>
            </a:extLst>
          </p:cNvPr>
          <p:cNvSpPr>
            <a:spLocks noGrp="1"/>
          </p:cNvSpPr>
          <p:nvPr/>
        </p:nvSpPr>
        <p:spPr>
          <a:xfrm>
            <a:off x="0" y="4613148"/>
            <a:ext cx="9144000" cy="5395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pic>
        <p:nvPicPr>
          <p:cNvPr id="2" name="role:logo|id:logo">
            <a:extLst>
              <a:ext uri="{FF2B5EF4-FFF2-40B4-BE49-F238E27FC236}">
                <ns2:creationId id="{1C3AD511-05F7-43E4-B86D-331A72B87E95}"/>
              </a:ext>
            </a:extLst>
          </p:cNvPr>
          <p:cNvPicPr>
            <a:picLocks noChangeAspect="1"/>
          </p:cNvPicPr>
          <p:nvPr/>
        </p:nvPicPr>
        <p:blipFill>
          <a:blip ns3:embed="Rcf569c015e2946b4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3" name="role:page|id:page">
            <a:extLst>
              <a:ext uri="{FF2B5EF4-FFF2-40B4-BE49-F238E27FC236}">
                <ns2:creationId id="{6CFB0F39-D081-44DC-9301-E584AB8E9101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role:header|id:running-chapter-7">
            <a:extLst>
              <a:ext uri="{FF2B5EF4-FFF2-40B4-BE49-F238E27FC236}">
                <ns2:creationId id="{B161F3B0-57DD-496A-8E57-FA128944C4E2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2560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03 ここまでの結果</a:t>
            </a:r>
          </a:p>
        </p:txBody>
      </p:sp>
      <p:sp>
        <p:nvSpPr>
          <p:cNvPr id="5" name="role:header|id:running-title-7">
            <a:extLst>
              <a:ext uri="{FF2B5EF4-FFF2-40B4-BE49-F238E27FC236}">
                <ns2:creationId id="{BAE28762-3FEC-42A9-827F-9778D16ECC7C}"/>
              </a:ext>
            </a:extLst>
          </p:cNvPr>
          <p:cNvSpPr>
            <a:spLocks noGrp="1"/>
          </p:cNvSpPr>
          <p:nvPr/>
        </p:nvSpPr>
        <p:spPr>
          <a:xfrm>
            <a:off x="3200400" y="109728"/>
            <a:ext cx="548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</p:txBody>
      </p:sp>
      <p:sp>
        <p:nvSpPr>
          <p:cNvPr id="6" name="role:title|id:title">
            <a:extLst>
              <a:ext uri="{FF2B5EF4-FFF2-40B4-BE49-F238E27FC236}">
                <ns2:creationId id="{CDC14C39-C914-414D-9BA3-805F36A84E4A}"/>
              </a:ext>
            </a:extLst>
          </p:cNvPr>
          <p:cNvSpPr>
            <a:spLocks noGrp="1"/>
          </p:cNvSpPr>
          <p:nvPr/>
        </p:nvSpPr>
        <p:spPr>
          <a:xfrm>
            <a:off x="457200" y="475488"/>
            <a:ext cx="822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記録量と保持された値</a:t>
            </a:r>
          </a:p>
        </p:txBody>
      </p:sp>
      <p:sp>
        <p:nvSpPr>
          <p:cNvPr id="7" name="role:body|id:message">
            <a:extLst>
              <a:ext uri="{FF2B5EF4-FFF2-40B4-BE49-F238E27FC236}">
                <ns2:creationId id="{7FB2A5E1-1B4B-4EAF-986F-09E073AC35BB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保持点は13点から3点に減る [1]</a:t>
            </a:r>
          </a:p>
        </p:txBody>
      </p:sp>
      <p:graphicFrame>
        <p:nvGraphicFramePr>
          <p:cNvPr id="8" name="role:table|id:comparison-table">
            <a:extLst>
              <a:ext uri="{FF2B5EF4-FFF2-40B4-BE49-F238E27FC236}">
                <ns2:creationId id="{941305B0-5744-4E46-B5D8-8E4F2FD261D8}"/>
              </a:ext>
            </a:extLst>
          </p:cNvPr>
          <p:cNvGraphicFramePr/>
          <p:nvPr/>
        </p:nvGraphicFramePr>
        <p:xfrm>
          <a:off x="457200" y="1657350"/>
          <a:ext cx="8229600" cy="2171700"/>
        </p:xfrm>
        <a:graphic>
          <a:graphicData uri="http://schemas.openxmlformats.org/drawingml/2006/table">
            <a:tbl>
              <a:tblPr/>
              <a:tblGrid>
                <a:gridCol w="3924300"/>
                <a:gridCol w="2152650"/>
                <a:gridCol w="2152650"/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比較項目</a:t>
                      </a:r>
                    </a:p>
                  </a:txBody>
                  <a:tcPr marL="152400" marR="152400" marT="76200" marB="76200" anchor="ctr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FF5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1分間隔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FF5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8761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5分間隔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FF5E4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保持点数</a:t>
                      </a:r>
                    </a:p>
                  </a:txBody>
                  <a:tcPr marL="152400" marR="152400" marT="76200" marB="76200" anchor="ctr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8761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保持最大値 [ppm]</a:t>
                      </a:r>
                    </a:p>
                  </a:txBody>
                  <a:tcPr marL="152400" marR="152400" marT="76200" marB="76200" anchor="ctr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1120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8761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970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1000 ppm超の記録点数</a:t>
                      </a:r>
                    </a:p>
                  </a:txBody>
                  <a:tcPr marL="152400" marR="152400" marT="76200" marB="76200" anchor="ctr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02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8761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</a:t>
                      </a:r>
                    </a:p>
                  </a:txBody>
                  <a:tcPr marL="152400" marR="152400" marT="76200" marB="76200" anchor="ctr">
                    <a:lnR w="9525">
                      <a:solidFill>
                        <a:srgbClr val="CCCCCC"/>
                      </a:solidFill>
                      <a:prstDash val="solid"/>
                    </a:lnR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le:source|id:page-reference">
            <a:extLst>
              <a:ext uri="{FF2B5EF4-FFF2-40B4-BE49-F238E27FC236}">
                <ns2:creationId id="{8DD32097-53EF-4D58-9B91-E4EE6AC075D9}"/>
              </a:ext>
            </a:extLst>
          </p:cNvPr>
          <p:cNvSpPr>
            <a:spLocks noGrp="1"/>
          </p:cNvSpPr>
          <p:nvPr/>
        </p:nvSpPr>
        <p:spPr>
          <a:xfrm>
            <a:off x="457200" y="4224528"/>
            <a:ext cx="822960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室内環境ログ研究の入力資料（同梱教材・合成データ）, 2026.</a:t>
            </a:r>
          </a:p>
        </p:txBody>
      </p:sp>
    </p:spTree>
    <p:extLst>
      <p:ext uri="{BB962C8B-B14F-4D97-AF65-F5344CB8AC3E}">
        <ns4:creationId val="107573212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role:rule|id:footer-line">
            <a:extLst>
              <a:ext uri="{FF2B5EF4-FFF2-40B4-BE49-F238E27FC236}">
                <ns2:creationId id="{E00B58FE-100B-4647-9B86-48DF5228347C}"/>
              </a:ext>
            </a:extLst>
          </p:cNvPr>
          <p:cNvSpPr>
            <a:spLocks noGrp="1"/>
          </p:cNvSpPr>
          <p:nvPr/>
        </p:nvSpPr>
        <p:spPr>
          <a:xfrm>
            <a:off x="0" y="4613148"/>
            <a:ext cx="9144000" cy="5395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pic>
        <p:nvPicPr>
          <p:cNvPr id="2" name="role:logo|id:logo">
            <a:extLst>
              <a:ext uri="{FF2B5EF4-FFF2-40B4-BE49-F238E27FC236}">
                <ns2:creationId id="{22D7600C-B1A9-4F77-B5BC-9F30D1EA5D1C}"/>
              </a:ext>
            </a:extLst>
          </p:cNvPr>
          <p:cNvPicPr>
            <a:picLocks noChangeAspect="1"/>
          </p:cNvPicPr>
          <p:nvPr/>
        </p:nvPicPr>
        <p:blipFill>
          <a:blip ns3:embed="Ref9efbbcf6c242b5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3" name="role:page|id:page">
            <a:extLst>
              <a:ext uri="{FF2B5EF4-FFF2-40B4-BE49-F238E27FC236}">
                <ns2:creationId id="{0EA24063-D426-42C4-99C6-E767DFD307E5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role:header|id:running-chapter-8">
            <a:extLst>
              <a:ext uri="{FF2B5EF4-FFF2-40B4-BE49-F238E27FC236}">
                <ns2:creationId id="{2B7CD13A-EC6F-4940-AB5A-C2C197D521FF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2560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まとめ</a:t>
            </a:r>
          </a:p>
        </p:txBody>
      </p:sp>
      <p:sp>
        <p:nvSpPr>
          <p:cNvPr id="5" name="role:header|id:running-title-8">
            <a:extLst>
              <a:ext uri="{FF2B5EF4-FFF2-40B4-BE49-F238E27FC236}">
                <ns2:creationId id="{89F45788-026F-475E-BC84-B4847C88EEB9}"/>
              </a:ext>
            </a:extLst>
          </p:cNvPr>
          <p:cNvSpPr>
            <a:spLocks noGrp="1"/>
          </p:cNvSpPr>
          <p:nvPr/>
        </p:nvSpPr>
        <p:spPr>
          <a:xfrm>
            <a:off x="3200400" y="109728"/>
            <a:ext cx="548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</p:txBody>
      </p:sp>
      <p:sp>
        <p:nvSpPr>
          <p:cNvPr id="6" name="role:title|id:title">
            <a:extLst>
              <a:ext uri="{FF2B5EF4-FFF2-40B4-BE49-F238E27FC236}">
                <ns2:creationId id="{058A5E1A-38DF-4BCE-9E7F-1B85F3150E93}"/>
              </a:ext>
            </a:extLst>
          </p:cNvPr>
          <p:cNvSpPr>
            <a:spLocks noGrp="1"/>
          </p:cNvSpPr>
          <p:nvPr/>
        </p:nvSpPr>
        <p:spPr>
          <a:xfrm>
            <a:off x="457200" y="475488"/>
            <a:ext cx="822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まとめ</a:t>
            </a:r>
          </a:p>
        </p:txBody>
      </p:sp>
      <p:sp>
        <p:nvSpPr>
          <p:cNvPr id="7" name="role:body|id:message">
            <a:extLst>
              <a:ext uri="{FF2B5EF4-FFF2-40B4-BE49-F238E27FC236}">
                <ns2:creationId id="{1F5DE39C-7060-46C9-817B-17AEE0E0737F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3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記録点数と、残る変化を併せて確かめる [1]</a:t>
            </a:r>
          </a:p>
        </p:txBody>
      </p:sp>
      <p:sp>
        <p:nvSpPr>
          <p:cNvPr id="8" name="role:body|id:summary-label-0">
            <a:extLst>
              <a:ext uri="{FF2B5EF4-FFF2-40B4-BE49-F238E27FC236}">
                <ns2:creationId id="{4E264DC3-17B7-4D68-A9D9-74E26F2FA4C6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266461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01 研究のねらい</a:t>
            </a:r>
          </a:p>
        </p:txBody>
      </p:sp>
      <p:sp>
        <p:nvSpPr>
          <p:cNvPr id="9" name="role:body|id:summary-body-0">
            <a:extLst>
              <a:ext uri="{FF2B5EF4-FFF2-40B4-BE49-F238E27FC236}">
                <ns2:creationId id="{D8F7C819-5FD9-44A0-882E-2E88E8277B18}"/>
              </a:ext>
            </a:extLst>
          </p:cNvPr>
          <p:cNvSpPr>
            <a:spLocks noGrp="1"/>
          </p:cNvSpPr>
          <p:nvPr/>
        </p:nvSpPr>
        <p:spPr>
          <a:xfrm>
            <a:off x="3293269" y="1619250"/>
            <a:ext cx="539353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記録点を減らすとき、短い変化が残るかを問う</a:t>
            </a:r>
          </a:p>
        </p:txBody>
      </p:sp>
      <p:sp>
        <p:nvSpPr>
          <p:cNvPr id="10" name="role:rule|id:summary-rule-0">
            <a:extLst>
              <a:ext uri="{FF2B5EF4-FFF2-40B4-BE49-F238E27FC236}">
                <ns2:creationId id="{CDC47863-CE35-4F37-AF0D-C7E63A0FB8C2}"/>
              </a:ext>
            </a:extLst>
          </p:cNvPr>
          <p:cNvSpPr>
            <a:spLocks noGrp="1"/>
          </p:cNvSpPr>
          <p:nvPr/>
        </p:nvSpPr>
        <p:spPr>
          <a:xfrm>
            <a:off x="457200" y="2195513"/>
            <a:ext cx="8229600" cy="9525"/>
          </a:xfrm>
          <a:prstGeom prst="rect">
            <a:avLst/>
          </a:prstGeom>
          <a:solidFill>
            <a:srgbClr val="D7DCD5"/>
          </a:solidFill>
          <a:ln w="0">
            <a:noFill/>
            <a:prstDash val="solid"/>
          </a:ln>
        </p:spPr>
      </p:sp>
      <p:sp>
        <p:nvSpPr>
          <p:cNvPr id="11" name="role:body|id:summary-label-1">
            <a:extLst>
              <a:ext uri="{FF2B5EF4-FFF2-40B4-BE49-F238E27FC236}">
                <ns2:creationId id="{F555DD0F-0A9D-4FE7-8113-330679ABCA09}"/>
              </a:ext>
            </a:extLst>
          </p:cNvPr>
          <p:cNvSpPr>
            <a:spLocks noGrp="1"/>
          </p:cNvSpPr>
          <p:nvPr/>
        </p:nvSpPr>
        <p:spPr>
          <a:xfrm>
            <a:off x="457200" y="2228850"/>
            <a:ext cx="266461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02 しくみと評価方法</a:t>
            </a:r>
          </a:p>
        </p:txBody>
      </p:sp>
      <p:sp>
        <p:nvSpPr>
          <p:cNvPr id="12" name="role:body|id:summary-body-1">
            <a:extLst>
              <a:ext uri="{FF2B5EF4-FFF2-40B4-BE49-F238E27FC236}">
                <ns2:creationId id="{DFC2D478-B239-4FE2-82DA-4EB4B954C31F}"/>
              </a:ext>
            </a:extLst>
          </p:cNvPr>
          <p:cNvSpPr>
            <a:spLocks noGrp="1"/>
          </p:cNvSpPr>
          <p:nvPr/>
        </p:nvSpPr>
        <p:spPr>
          <a:xfrm>
            <a:off x="3293269" y="2228850"/>
            <a:ext cx="539353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同じ合成系列を、全13点と保持3点で比較した</a:t>
            </a:r>
          </a:p>
        </p:txBody>
      </p:sp>
      <p:sp>
        <p:nvSpPr>
          <p:cNvPr id="13" name="role:rule|id:summary-rule-1">
            <a:extLst>
              <a:ext uri="{FF2B5EF4-FFF2-40B4-BE49-F238E27FC236}">
                <ns2:creationId id="{19A99C41-0F95-4A17-AA1E-7A66A57E2FD8}"/>
              </a:ext>
            </a:extLst>
          </p:cNvPr>
          <p:cNvSpPr>
            <a:spLocks noGrp="1"/>
          </p:cNvSpPr>
          <p:nvPr/>
        </p:nvSpPr>
        <p:spPr>
          <a:xfrm>
            <a:off x="457200" y="2805113"/>
            <a:ext cx="8229600" cy="9525"/>
          </a:xfrm>
          <a:prstGeom prst="rect">
            <a:avLst/>
          </a:prstGeom>
          <a:solidFill>
            <a:srgbClr val="D7DCD5"/>
          </a:solidFill>
          <a:ln w="0">
            <a:noFill/>
            <a:prstDash val="solid"/>
          </a:ln>
        </p:spPr>
      </p:sp>
      <p:sp>
        <p:nvSpPr>
          <p:cNvPr id="14" name="role:body|id:summary-label-2">
            <a:extLst>
              <a:ext uri="{FF2B5EF4-FFF2-40B4-BE49-F238E27FC236}">
                <ns2:creationId id="{E9E8E4C3-72DD-459C-8FFD-1F826B186E29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266461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03 ここまでの結果</a:t>
            </a:r>
          </a:p>
        </p:txBody>
      </p:sp>
      <p:sp>
        <p:nvSpPr>
          <p:cNvPr id="15" name="role:body|id:summary-body-2">
            <a:extLst>
              <a:ext uri="{FF2B5EF4-FFF2-40B4-BE49-F238E27FC236}">
                <ns2:creationId id="{4194352E-59CB-4F57-939A-8A5ED57B4109}"/>
              </a:ext>
            </a:extLst>
          </p:cNvPr>
          <p:cNvSpPr>
            <a:spLocks noGrp="1"/>
          </p:cNvSpPr>
          <p:nvPr/>
        </p:nvSpPr>
        <p:spPr>
          <a:xfrm>
            <a:off x="3293269" y="2838450"/>
            <a:ext cx="539353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この例では、5分間隔の保持点に</a:t>
            </a:r>
          </a:p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1000 ppmを超える値が残らなかった</a:t>
            </a:r>
          </a:p>
        </p:txBody>
      </p:sp>
      <p:sp>
        <p:nvSpPr>
          <p:cNvPr id="16" name="role:rule|id:summary-rule-2">
            <a:extLst>
              <a:ext uri="{FF2B5EF4-FFF2-40B4-BE49-F238E27FC236}">
                <ns2:creationId id="{76954E7A-1858-4546-8CCE-3B71E7D7810D}"/>
              </a:ext>
            </a:extLst>
          </p:cNvPr>
          <p:cNvSpPr>
            <a:spLocks noGrp="1"/>
          </p:cNvSpPr>
          <p:nvPr/>
        </p:nvSpPr>
        <p:spPr>
          <a:xfrm>
            <a:off x="457200" y="3414713"/>
            <a:ext cx="8229600" cy="9525"/>
          </a:xfrm>
          <a:prstGeom prst="rect">
            <a:avLst/>
          </a:prstGeom>
          <a:solidFill>
            <a:srgbClr val="D7DCD5"/>
          </a:solidFill>
          <a:ln w="0">
            <a:noFill/>
            <a:prstDash val="solid"/>
          </a:ln>
        </p:spPr>
      </p:sp>
      <p:sp>
        <p:nvSpPr>
          <p:cNvPr id="17" name="role:body|id:summary-label-3">
            <a:extLst>
              <a:ext uri="{FF2B5EF4-FFF2-40B4-BE49-F238E27FC236}">
                <ns2:creationId id="{296B2388-031B-440C-AF9E-42BB3CBE626E}"/>
              </a:ext>
            </a:extLst>
          </p:cNvPr>
          <p:cNvSpPr>
            <a:spLocks noGrp="1"/>
          </p:cNvSpPr>
          <p:nvPr/>
        </p:nvSpPr>
        <p:spPr>
          <a:xfrm>
            <a:off x="457200" y="3448050"/>
            <a:ext cx="266461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04 今後の展望</a:t>
            </a:r>
          </a:p>
        </p:txBody>
      </p:sp>
      <p:sp>
        <p:nvSpPr>
          <p:cNvPr id="18" name="role:body|id:summary-body-3">
            <a:extLst>
              <a:ext uri="{FF2B5EF4-FFF2-40B4-BE49-F238E27FC236}">
                <ns2:creationId id="{DC751E26-CD9A-4BAE-A4FF-DF4556114E54}"/>
              </a:ext>
            </a:extLst>
          </p:cNvPr>
          <p:cNvSpPr>
            <a:spLocks noGrp="1"/>
          </p:cNvSpPr>
          <p:nvPr/>
        </p:nvSpPr>
        <p:spPr>
          <a:xfrm>
            <a:off x="3293269" y="3448050"/>
            <a:ext cx="539353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波形・開始時刻を変え、実機条件で確かめる計画</a:t>
            </a:r>
          </a:p>
        </p:txBody>
      </p:sp>
      <p:sp>
        <p:nvSpPr>
          <p:cNvPr id="19" name="role:source|id:page-reference">
            <a:extLst>
              <a:ext uri="{FF2B5EF4-FFF2-40B4-BE49-F238E27FC236}">
                <ns2:creationId id="{36713931-B31D-454E-94CC-369CD21DA1B7}"/>
              </a:ext>
            </a:extLst>
          </p:cNvPr>
          <p:cNvSpPr>
            <a:spLocks noGrp="1"/>
          </p:cNvSpPr>
          <p:nvPr/>
        </p:nvSpPr>
        <p:spPr>
          <a:xfrm>
            <a:off x="457200" y="4224528"/>
            <a:ext cx="822960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室内環境ログ研究の入力資料（同梱教材・合成データ）, 2026.</a:t>
            </a:r>
          </a:p>
        </p:txBody>
      </p:sp>
    </p:spTree>
    <p:extLst>
      <p:ext uri="{BB962C8B-B14F-4D97-AF65-F5344CB8AC3E}">
        <ns4:creationId val="159806672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role:rule|id:footer-line">
            <a:extLst>
              <a:ext uri="{FF2B5EF4-FFF2-40B4-BE49-F238E27FC236}">
                <ns2:creationId id="{953AE613-8F18-45DC-B5E0-E27E988DC672}"/>
              </a:ext>
            </a:extLst>
          </p:cNvPr>
          <p:cNvSpPr>
            <a:spLocks noGrp="1"/>
          </p:cNvSpPr>
          <p:nvPr/>
        </p:nvSpPr>
        <p:spPr>
          <a:xfrm>
            <a:off x="0" y="4613148"/>
            <a:ext cx="9144000" cy="53950"/>
          </a:xfrm>
          <a:prstGeom prst="rect">
            <a:avLst/>
          </a:prstGeom>
          <a:solidFill>
            <a:srgbClr val="9BBB59"/>
          </a:solidFill>
          <a:ln w="0">
            <a:noFill/>
            <a:prstDash val="solid"/>
          </a:ln>
        </p:spPr>
      </p:sp>
      <p:pic>
        <p:nvPicPr>
          <p:cNvPr id="2" name="role:logo|id:logo">
            <a:extLst>
              <a:ext uri="{FF2B5EF4-FFF2-40B4-BE49-F238E27FC236}">
                <ns2:creationId id="{D9B37A1C-D09C-48E5-AED4-862163581F3E}"/>
              </a:ext>
            </a:extLst>
          </p:cNvPr>
          <p:cNvPicPr>
            <a:picLocks noChangeAspect="1"/>
          </p:cNvPicPr>
          <p:nvPr/>
        </p:nvPicPr>
        <p:blipFill>
          <a:blip ns3:embed="Rcce361ae77134d6a"/>
          <a:stretch/>
        </p:blipFill>
        <p:spPr>
          <a:xfrm>
            <a:off x="293522" y="4803343"/>
            <a:ext cx="818388" cy="229821"/>
          </a:xfrm>
          <a:prstGeom prst="rect">
            <a:avLst/>
          </a:prstGeom>
        </p:spPr>
      </p:pic>
      <p:sp>
        <p:nvSpPr>
          <p:cNvPr id="3" name="role:page|id:page">
            <a:extLst>
              <a:ext uri="{FF2B5EF4-FFF2-40B4-BE49-F238E27FC236}">
                <ns2:creationId id="{D435A577-F6B0-4F33-BD77-4FD2D4E38B1D}"/>
              </a:ext>
            </a:extLst>
          </p:cNvPr>
          <p:cNvSpPr>
            <a:spLocks noGrp="1"/>
          </p:cNvSpPr>
          <p:nvPr/>
        </p:nvSpPr>
        <p:spPr>
          <a:xfrm>
            <a:off x="6801307" y="4767682"/>
            <a:ext cx="213329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role:header|id:running-chapter-9">
            <a:extLst>
              <a:ext uri="{FF2B5EF4-FFF2-40B4-BE49-F238E27FC236}">
                <ns2:creationId id="{DAF52AB9-50E1-4106-8F23-CAD11971EF9C}"/>
              </a:ext>
            </a:extLst>
          </p:cNvPr>
          <p:cNvSpPr>
            <a:spLocks noGrp="1"/>
          </p:cNvSpPr>
          <p:nvPr/>
        </p:nvSpPr>
        <p:spPr>
          <a:xfrm>
            <a:off x="457200" y="109728"/>
            <a:ext cx="256032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サマリ</a:t>
            </a:r>
          </a:p>
        </p:txBody>
      </p:sp>
      <p:sp>
        <p:nvSpPr>
          <p:cNvPr id="5" name="role:header|id:running-title-9">
            <a:extLst>
              <a:ext uri="{FF2B5EF4-FFF2-40B4-BE49-F238E27FC236}">
                <ns2:creationId id="{BE9D8B3C-AEA4-4CF2-B026-23EBD83C4D7E}"/>
              </a:ext>
            </a:extLst>
          </p:cNvPr>
          <p:cNvSpPr>
            <a:spLocks noGrp="1"/>
          </p:cNvSpPr>
          <p:nvPr/>
        </p:nvSpPr>
        <p:spPr>
          <a:xfrm>
            <a:off x="3200400" y="109728"/>
            <a:ext cx="548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r">
              <a:def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</p:txBody>
      </p:sp>
      <p:sp>
        <p:nvSpPr>
          <p:cNvPr id="6" name="role:title|id:final-title">
            <a:extLst>
              <a:ext uri="{FF2B5EF4-FFF2-40B4-BE49-F238E27FC236}">
                <ns2:creationId id="{0E71C446-173E-451C-AAB6-2D73B03CC69C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8229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6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26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6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室内環境ログの記録間隔</a:t>
            </a:r>
          </a:p>
          <a:p>
            <a:pPr algn="l">
              <a:defRPr sz="26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2600" b="1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合成データを用いた予備検討</a:t>
            </a:r>
          </a:p>
        </p:txBody>
      </p:sp>
      <p:sp>
        <p:nvSpPr>
          <p:cNvPr id="7" name="role:body|id:final-author">
            <a:extLst>
              <a:ext uri="{FF2B5EF4-FFF2-40B4-BE49-F238E27FC236}">
                <ns2:creationId id="{A84D1BC8-3DF7-448A-81D3-0C16975DD80C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822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架空の発表者 ／ CPS LAB スタイル見本</a:t>
            </a:r>
          </a:p>
        </p:txBody>
      </p:sp>
      <p:sp>
        <p:nvSpPr>
          <p:cNvPr id="8" name="role:body|id:takeaway-0">
            <a:extLst>
              <a:ext uri="{FF2B5EF4-FFF2-40B4-BE49-F238E27FC236}">
                <ns2:creationId id="{40450B21-658D-4B09-9733-FF452EB4C738}"/>
              </a:ext>
            </a:extLst>
          </p:cNvPr>
          <p:cNvSpPr>
            <a:spLocks noGrp="1"/>
          </p:cNvSpPr>
          <p:nvPr/>
        </p:nvSpPr>
        <p:spPr>
          <a:xfrm>
            <a:off x="457200" y="2143125"/>
            <a:ext cx="822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問い：記録点を減らすとき、短い変化が残るか</a:t>
            </a:r>
          </a:p>
        </p:txBody>
      </p:sp>
      <p:sp>
        <p:nvSpPr>
          <p:cNvPr id="9" name="role:body|id:takeaway-1">
            <a:extLst>
              <a:ext uri="{FF2B5EF4-FFF2-40B4-BE49-F238E27FC236}">
                <ns2:creationId id="{B3737A27-681E-4C20-A971-BCED10A4A7DD}"/>
              </a:ext>
            </a:extLst>
          </p:cNvPr>
          <p:cNvSpPr>
            <a:spLocks noGrp="1"/>
          </p:cNvSpPr>
          <p:nvPr/>
        </p:nvSpPr>
        <p:spPr>
          <a:xfrm>
            <a:off x="457200" y="2667000"/>
            <a:ext cx="822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確認：この合成例では、保持3点に1000 ppm超の値が残らない [1]</a:t>
            </a:r>
          </a:p>
        </p:txBody>
      </p:sp>
      <p:sp>
        <p:nvSpPr>
          <p:cNvPr id="10" name="role:body|id:takeaway-2">
            <a:extLst>
              <a:ext uri="{FF2B5EF4-FFF2-40B4-BE49-F238E27FC236}">
                <ns2:creationId id="{E9B7073E-32B6-4042-BD9C-92A5587BF326}"/>
              </a:ext>
            </a:extLst>
          </p:cNvPr>
          <p:cNvSpPr>
            <a:spLocks noGrp="1"/>
          </p:cNvSpPr>
          <p:nvPr/>
        </p:nvSpPr>
        <p:spPr>
          <a:xfrm>
            <a:off x="457200" y="3190875"/>
            <a:ext cx="8229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7202A"/>
                </a:solidFill>
                <a:latin typeface="Noto Sans JP"/>
                <a:ea typeface="Noto Sans JP"/>
                <a:cs typeface="Noto Sans JP"/>
              </a:rPr>
              <a:t>次の計画：波形・開始時刻と実機条件を変えて確かめる</a:t>
            </a:r>
          </a:p>
        </p:txBody>
      </p:sp>
      <p:sp>
        <p:nvSpPr>
          <p:cNvPr id="11" name="role:body|id:contact">
            <a:extLst>
              <a:ext uri="{FF2B5EF4-FFF2-40B4-BE49-F238E27FC236}">
                <ns2:creationId id="{92D881FA-CC57-4B3B-AE79-DB0BA974A333}"/>
              </a:ext>
            </a:extLst>
          </p:cNvPr>
          <p:cNvSpPr>
            <a:spLocks noGrp="1"/>
          </p:cNvSpPr>
          <p:nvPr/>
        </p:nvSpPr>
        <p:spPr>
          <a:xfrm>
            <a:off x="457200" y="3876675"/>
            <a:ext cx="822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8761D"/>
                </a:solidFill>
                <a:latin typeface="Noto Sans JP"/>
                <a:ea typeface="Noto Sans JP"/>
                <a:cs typeface="Noto Sans JP"/>
              </a:rPr>
              <a:t>連絡先（架空教材の例）：presenter@example.org</a:t>
            </a:r>
          </a:p>
        </p:txBody>
      </p:sp>
      <p:sp>
        <p:nvSpPr>
          <p:cNvPr id="12" name="role:source|id:page-reference">
            <a:extLst>
              <a:ext uri="{FF2B5EF4-FFF2-40B4-BE49-F238E27FC236}">
                <ns2:creationId id="{AAF89C35-A231-40BC-B016-AAF202B0E59E}"/>
              </a:ext>
            </a:extLst>
          </p:cNvPr>
          <p:cNvSpPr>
            <a:spLocks noGrp="1"/>
          </p:cNvSpPr>
          <p:nvPr/>
        </p:nvSpPr>
        <p:spPr>
          <a:xfrm>
            <a:off x="457200" y="4224528"/>
            <a:ext cx="822960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defPPr>
          </a:lstStyle>
          <a:p>
            <a:pPr algn="l">
              <a:def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59636E"/>
                </a:solidFill>
                <a:latin typeface="Noto Sans JP"/>
                <a:ea typeface="Noto Sans JP"/>
                <a:cs typeface="Noto Sans JP"/>
              </a:rPr>
              <a:t>[1] 室内環境ログ研究の入力資料（同梱教材・合成データ）, 2026.</a:t>
            </a:r>
          </a:p>
        </p:txBody>
      </p:sp>
    </p:spTree>
    <p:extLst>
      <p:ext uri="{BB962C8B-B14F-4D97-AF65-F5344CB8AC3E}">
        <ns4:creationId val="615989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2026-10-20T10:11:28.2770000Z</dcterms:created>
  <dcterms:modified xsi:type="dcterms:W3CDTF">2026-10-20T10:11:28.2780000Z</dcterms:modified>
</coreProperties>
</file>