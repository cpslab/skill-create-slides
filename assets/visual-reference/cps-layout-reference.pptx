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e53602e44f84135" /><Relationship Type="http://schemas.openxmlformats.org/officeDocument/2006/relationships/extended-properties" Target="/docProps/app.xml" Id="Rf65e5105771042ea" /><Relationship Type="http://schemas.openxmlformats.org/officeDocument/2006/relationships/officeDocument" Target="/ppt/presentation.xml" Id="Ra4c19a95a6924f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cb855a26ae640dd"/>
  </p:sldMasterIdLst>
  <p:notesMasterIdLst>
    <p:notesMasterId xmlns:r="http://schemas.openxmlformats.org/officeDocument/2006/relationships" r:id="R27edcf50700140cb"/>
  </p:notesMasterIdLst>
  <p:sldIdLst>
    <p:sldId xmlns:r="http://schemas.openxmlformats.org/officeDocument/2006/relationships" id="256" r:id="R2c6bdc85cc8f462c"/>
    <p:sldId xmlns:r="http://schemas.openxmlformats.org/officeDocument/2006/relationships" id="257" r:id="Rd63364fc0d754c62"/>
    <p:sldId xmlns:r="http://schemas.openxmlformats.org/officeDocument/2006/relationships" id="258" r:id="R7646583d6eed40dd"/>
    <p:sldId xmlns:r="http://schemas.openxmlformats.org/officeDocument/2006/relationships" id="259" r:id="Re2a07b6b7c304ae7"/>
    <p:sldId xmlns:r="http://schemas.openxmlformats.org/officeDocument/2006/relationships" id="260" r:id="Rd1926fc043894c38"/>
    <p:sldId xmlns:r="http://schemas.openxmlformats.org/officeDocument/2006/relationships" id="261" r:id="R609f32ae4a334ec0"/>
    <p:sldId xmlns:r="http://schemas.openxmlformats.org/officeDocument/2006/relationships" id="262" r:id="R70f016d1fa4b441c"/>
    <p:sldId xmlns:r="http://schemas.openxmlformats.org/officeDocument/2006/relationships" id="263" r:id="R4b33f3500ec54468"/>
    <p:sldId xmlns:r="http://schemas.openxmlformats.org/officeDocument/2006/relationships" id="264" r:id="Redc9ac77ab644295"/>
  </p:sldIdLst>
  <p:sldSz cx="9144000" cy="5143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61371933504428" /><Relationship Type="http://schemas.openxmlformats.org/officeDocument/2006/relationships/slideMaster" Target="/ppt/slideMasters/slideMaster1.xml" Id="R1cb855a26ae640dd" /><Relationship Type="http://schemas.openxmlformats.org/officeDocument/2006/relationships/notesMaster" Target="/ppt/notesMasters/notesMaster1.xml" Id="R27edcf50700140cb" /><Relationship Type="http://schemas.openxmlformats.org/officeDocument/2006/relationships/presProps" Target="/ppt/presProps.xml" Id="Re19c0e8844464041" /><Relationship Type="http://schemas.openxmlformats.org/officeDocument/2006/relationships/tableStyles" Target="/ppt/tableStyles.xml" Id="Rfb9d46e8eeff4018" /><Relationship Type="http://schemas.openxmlformats.org/officeDocument/2006/relationships/slide" Target="/ppt/slides/slide1.xml" Id="R2c6bdc85cc8f462c" /><Relationship Type="http://schemas.openxmlformats.org/officeDocument/2006/relationships/slide" Target="/ppt/slides/slide2.xml" Id="Rd63364fc0d754c62" /><Relationship Type="http://schemas.openxmlformats.org/officeDocument/2006/relationships/slide" Target="/ppt/slides/slide3.xml" Id="R7646583d6eed40dd" /><Relationship Type="http://schemas.openxmlformats.org/officeDocument/2006/relationships/slide" Target="/ppt/slides/slide4.xml" Id="Re2a07b6b7c304ae7" /><Relationship Type="http://schemas.openxmlformats.org/officeDocument/2006/relationships/slide" Target="/ppt/slides/slide5.xml" Id="Rd1926fc043894c38" /><Relationship Type="http://schemas.openxmlformats.org/officeDocument/2006/relationships/slide" Target="/ppt/slides/slide6.xml" Id="R609f32ae4a334ec0" /><Relationship Type="http://schemas.openxmlformats.org/officeDocument/2006/relationships/slide" Target="/ppt/slides/slide7.xml" Id="R70f016d1fa4b441c" /><Relationship Type="http://schemas.openxmlformats.org/officeDocument/2006/relationships/slide" Target="/ppt/slides/slide8.xml" Id="R4b33f3500ec54468" /><Relationship Type="http://schemas.openxmlformats.org/officeDocument/2006/relationships/slide" Target="/ppt/slides/slide9.xml" Id="Redc9ac77ab6442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39a7f1a249f402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dd6dda60554f44" /><Relationship Type="http://schemas.openxmlformats.org/officeDocument/2006/relationships/notesMaster" Target="/ppt/notesMasters/notesMaster1.xml" Id="R3d750e73845e40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f6c2126e3c41fb" /><Relationship Type="http://schemas.openxmlformats.org/officeDocument/2006/relationships/notesMaster" Target="/ppt/notesMasters/notesMaster1.xml" Id="Raf638dc7105e4f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b8f7068b9a41e5" /><Relationship Type="http://schemas.openxmlformats.org/officeDocument/2006/relationships/notesMaster" Target="/ppt/notesMasters/notesMaster1.xml" Id="R362b88d4290f4d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413b9a9d8841a0" /><Relationship Type="http://schemas.openxmlformats.org/officeDocument/2006/relationships/notesMaster" Target="/ppt/notesMasters/notesMaster1.xml" Id="R059cb95f98bc4c8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8f3b9f975264734" /><Relationship Type="http://schemas.openxmlformats.org/officeDocument/2006/relationships/notesMaster" Target="/ppt/notesMasters/notesMaster1.xml" Id="R2fbfa9a81b784f5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77b3db07a0b4d5a" /><Relationship Type="http://schemas.openxmlformats.org/officeDocument/2006/relationships/notesMaster" Target="/ppt/notesMasters/notesMaster1.xml" Id="Ra4b3be318a8146f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70d18eddc674e5e" /><Relationship Type="http://schemas.openxmlformats.org/officeDocument/2006/relationships/notesMaster" Target="/ppt/notesMasters/notesMaster1.xml" Id="R67a365258bb040c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7847fe6b0c4dd9" /><Relationship Type="http://schemas.openxmlformats.org/officeDocument/2006/relationships/notesMaster" Target="/ppt/notesMasters/notesMaster1.xml" Id="Re00c7ad9c1bc4cb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fafbbc56ab244ef" /><Relationship Type="http://schemas.openxmlformats.org/officeDocument/2006/relationships/notesMaster" Target="/ppt/notesMasters/notesMaster1.xml" Id="R6c314edbf9204d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表紙タイプBの静止レイアウト見本。背景は素材枠で、動画も静止ポスターも未提供・未同梱。利用者の動画を指定された加工・無音・自動再生・ループ・次ページでの停止条件で埋め込む。対象アプリでの再生検証は別工程。本文のデザインは表紙タイプAを選んでも同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架空研究の教材。全数値は assets/example-source.org の合成データであり、実測値ではない。CPS LABの視覚スタイルと編集可能性を示す9種類のレイアウト見本。表紙と目次の素材枠は配置見本であり、実証写真や実動画ではない。研究発表の推奨枚数・章配分ではない。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架空研究・合成データの教材。実測ではない。表紙・目次の素材枠は配置見本。</a:t>
            </a:r>
          </a:p>
          <a:p xmlns:a="http://schemas.openxmlformats.org/drawingml/2006/main">
            <a:r>
              <a:t>[1] assets/example-source.org。番号は全ページ共通。この教材入力は実在論文ではない。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862f2c8b5f4f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2823e556b142d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34a305aac61406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64783ae35b421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298182c34c46b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9fad914b16415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B67A900-BFF9-43F2-9EDF-0E24AA3062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1943100"/>
            <a:ext cx="73152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F2098CF-2B22-470A-9395-E9132C35954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2828925"/>
            <a:ext cx="6400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4654835-1FE2-4C37-98FC-89F8AB2AE0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14400" y="2143125"/>
            <a:ext cx="7315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DF84FB-132C-4921-A1D4-DB02792B22E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2AFD38E-7765-4892-AEAE-0CDE06A7D7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81153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001C5A0-E90A-44B6-BA2B-DBA916D6DE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5C6F787-AD21-46B5-A84A-0C83A690771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0D7ACC0-C24A-4868-8495-7575AB81C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577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40E782-AD82-4E29-BB77-2F48881CED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4350" y="400050"/>
            <a:ext cx="811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E8AC225-B311-484F-9C5E-99B90863D1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514350" y="1428750"/>
            <a:ext cx="3771900" cy="32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5473ba6bd74646" /><Relationship Type="http://schemas.openxmlformats.org/officeDocument/2006/relationships/slideLayout" Target="/ppt/slideLayouts/slideLayout1.xml" Id="Rf603f6875d204e1a" /><Relationship Type="http://schemas.openxmlformats.org/officeDocument/2006/relationships/slideLayout" Target="/ppt/slideLayouts/slideLayout2.xml" Id="Rfec7c9fdc2b14a9e" /><Relationship Type="http://schemas.openxmlformats.org/officeDocument/2006/relationships/slideLayout" Target="/ppt/slideLayouts/slideLayout3.xml" Id="R93b182b556534bef" /><Relationship Type="http://schemas.openxmlformats.org/officeDocument/2006/relationships/slideLayout" Target="/ppt/slideLayouts/slideLayout4.xml" Id="R476a6fb186994f49" /><Relationship Type="http://schemas.openxmlformats.org/officeDocument/2006/relationships/slideLayout" Target="/ppt/slideLayouts/slideLayout5.xml" Id="Rb303e63979064808" /><Relationship Type="http://schemas.openxmlformats.org/officeDocument/2006/relationships/slideLayout" Target="/ppt/slideLayouts/slideLayout6.xml" Id="R9123be4b635b43a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03f6875d204e1a"/>
    <p:sldLayoutId xmlns:r="http://schemas.openxmlformats.org/officeDocument/2006/relationships" id="2147483650" r:id="Rfec7c9fdc2b14a9e"/>
    <p:sldLayoutId xmlns:r="http://schemas.openxmlformats.org/officeDocument/2006/relationships" id="2147483651" r:id="R93b182b556534bef"/>
    <p:sldLayoutId xmlns:r="http://schemas.openxmlformats.org/officeDocument/2006/relationships" id="2147483652" r:id="R476a6fb186994f49"/>
    <p:sldLayoutId xmlns:r="http://schemas.openxmlformats.org/officeDocument/2006/relationships" id="2147483653" r:id="Rb303e63979064808"/>
    <p:sldLayoutId xmlns:r="http://schemas.openxmlformats.org/officeDocument/2006/relationships" id="2147483654" r:id="R9123be4b635b43a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05fa7b682c4457" /><Relationship Type="http://schemas.openxmlformats.org/officeDocument/2006/relationships/image" Target="/ppt/media/image.png" Id="R3e2e1dc1c4c24225" /><Relationship Type="http://schemas.openxmlformats.org/officeDocument/2006/relationships/notesSlide" Target="/ppt/notesSlides/notesSlide1.xml" Id="Ra4eff4b6b9ac41b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02bb6135434674" /><Relationship Type="http://schemas.openxmlformats.org/officeDocument/2006/relationships/notesSlide" Target="/ppt/notesSlides/notesSlide2.xml" Id="Rdcb7499fa5764bf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b147dad42b44ea" /><Relationship Type="http://schemas.openxmlformats.org/officeDocument/2006/relationships/image" Target="/ppt/media/image2.png" Id="R24f60bdaba65476f" /><Relationship Type="http://schemas.openxmlformats.org/officeDocument/2006/relationships/notesSlide" Target="/ppt/notesSlides/notesSlide3.xml" Id="Rcb73dd179c8544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2cace8fd924f82" /><Relationship Type="http://schemas.openxmlformats.org/officeDocument/2006/relationships/image" Target="/ppt/media/image3.png" Id="R7dc9f94e2a8e4ca9" /><Relationship Type="http://schemas.openxmlformats.org/officeDocument/2006/relationships/notesSlide" Target="/ppt/notesSlides/notesSlide4.xml" Id="R7cb7fe1676c343d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fb6f10a65d40c8" /><Relationship Type="http://schemas.openxmlformats.org/officeDocument/2006/relationships/image" Target="/ppt/media/image4.png" Id="Rf3a9bc3d7ed84cf5" /><Relationship Type="http://schemas.openxmlformats.org/officeDocument/2006/relationships/notesSlide" Target="/ppt/notesSlides/notesSlide5.xml" Id="R7cb5d417841a400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3bfbcfd6ca4750" /><Relationship Type="http://schemas.openxmlformats.org/officeDocument/2006/relationships/image" Target="/ppt/media/image5.png" Id="R3911e1079649422c" /><Relationship Type="http://schemas.openxmlformats.org/officeDocument/2006/relationships/chart" Target="/ppt/slides/charts/chart1.xml" Id="Rc728dbbad8c24f42" /><Relationship Type="http://schemas.openxmlformats.org/officeDocument/2006/relationships/notesSlide" Target="/ppt/notesSlides/notesSlide6.xml" Id="Re446ae8d803b4fc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98dcc15f9de4628" /><Relationship Type="http://schemas.openxmlformats.org/officeDocument/2006/relationships/image" Target="/ppt/media/image6.png" Id="Rde9624ed2c0e4924" /><Relationship Type="http://schemas.openxmlformats.org/officeDocument/2006/relationships/notesSlide" Target="/ppt/notesSlides/notesSlide7.xml" Id="R9ef63e4e70444a8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5c9a9b90754b48" /><Relationship Type="http://schemas.openxmlformats.org/officeDocument/2006/relationships/image" Target="/ppt/media/image7.png" Id="Red376a6280614bc4" /><Relationship Type="http://schemas.openxmlformats.org/officeDocument/2006/relationships/notesSlide" Target="/ppt/notesSlides/notesSlide8.xml" Id="R6ef57be3dfb5498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33de1f45254c1c" /><Relationship Type="http://schemas.openxmlformats.org/officeDocument/2006/relationships/image" Target="/ppt/media/image8.png" Id="R0ce0398cfde94b1a" /><Relationship Type="http://schemas.openxmlformats.org/officeDocument/2006/relationships/notesSlide" Target="/ppt/notesSlides/notesSlide9.xml" Id="Rb3d3edec6b6c421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1分間隔 (小点)</c:v>
          </c:tx>
          <c:spPr>
            <a:solidFill xmlns:a="http://schemas.openxmlformats.org/drawingml/2006/main">
              <a:srgbClr val="666666"/>
            </a:solidFill>
            <a:ln xmlns:a="http://schemas.openxmlformats.org/drawingml/2006/main" w="0">
              <a:noFill/>
            </a:ln>
          </c:spPr>
          <c:marker>
            <c:symbol val="circle"/>
            <c:size val="7"/>
          </c:marker>
          <c:xVal>
            <c:numRef>
              <c:f>'Chart Data'!$A$2:$A$14</c:f>
              <c:numCache>
                <c:formatCode>General</c:formatCode>
                <c:ptCount val="1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</c:numCache>
            </c:numRef>
          </c:xVal>
          <c:yVal>
            <c:numRef>
              <c:f>'Chart Data'!$B$2:$B$14</c:f>
              <c:numCache>
                <c:formatCode>0</c:formatCode>
                <c:ptCount val="13"/>
                <c:pt idx="0">
                  <c:v>700</c:v>
                </c:pt>
                <c:pt idx="1">
                  <c:v>720</c:v>
                </c:pt>
                <c:pt idx="2">
                  <c:v>760</c:v>
                </c:pt>
                <c:pt idx="3">
                  <c:v>820</c:v>
                </c:pt>
                <c:pt idx="4">
                  <c:v>930</c:v>
                </c:pt>
                <c:pt idx="5">
                  <c:v>970</c:v>
                </c:pt>
                <c:pt idx="6">
                  <c:v>1120</c:v>
                </c:pt>
                <c:pt idx="7">
                  <c:v>1080</c:v>
                </c:pt>
                <c:pt idx="8">
                  <c:v>920</c:v>
                </c:pt>
                <c:pt idx="9">
                  <c:v>870</c:v>
                </c:pt>
                <c:pt idx="10">
                  <c:v>820</c:v>
                </c:pt>
                <c:pt idx="11">
                  <c:v>780</c:v>
                </c:pt>
                <c:pt idx="12">
                  <c:v>760</c:v>
                </c:pt>
              </c:numCache>
            </c:numRef>
          </c:yVal>
        </c:ser>
        <c:ser>
          <c:idx val="1"/>
          <c:order val="1"/>
          <c:tx>
            <c:v>5分間隔 (大点)</c:v>
          </c:tx>
          <c:spPr>
            <a:solidFill xmlns:a="http://schemas.openxmlformats.org/drawingml/2006/main">
              <a:srgbClr val="38761D"/>
            </a:solidFill>
            <a:ln xmlns:a="http://schemas.openxmlformats.org/drawingml/2006/main" w="0">
              <a:noFill/>
            </a:ln>
          </c:spPr>
          <c:marker>
            <c:symbol val="square"/>
            <c:size val="12"/>
          </c:marker>
          <c:xVal>
            <c:numRef>
              <c:f>'Chart Data'!$C$2:$C$4</c:f>
              <c:numCache>
                <c:formatCode>General</c:formatCode>
                <c:ptCount val="3"/>
                <c:pt idx="0">
                  <c:v>0</c:v>
                </c:pt>
                <c:pt idx="1">
                  <c:v>5</c:v>
                </c:pt>
                <c:pt idx="2">
                  <c:v>10</c:v>
                </c:pt>
              </c:numCache>
            </c:numRef>
          </c:xVal>
          <c:yVal>
            <c:numRef>
              <c:f>'Chart Data'!$D$2:$D$4</c:f>
              <c:numCache>
                <c:formatCode>0</c:formatCode>
                <c:ptCount val="3"/>
                <c:pt idx="0">
                  <c:v>700</c:v>
                </c:pt>
                <c:pt idx="1">
                  <c:v>970</c:v>
                </c:pt>
                <c:pt idx="2">
                  <c:v>820</c:v>
                </c:pt>
              </c:numCache>
            </c:numRef>
          </c:yVal>
        </c:ser>
        <c:ser>
          <c:idx val="2"/>
          <c:order val="2"/>
          <c:tx>
            <c:v>1000 ppm</c:v>
          </c:tx>
          <c:spPr>
            <a:ln xmlns:a="http://schemas.openxmlformats.org/drawingml/2006/main" w="13335">
              <a:solidFill>
                <a:srgbClr val="777777"/>
              </a:solidFill>
              <a:prstDash val="dash"/>
            </a:ln>
          </c:spPr>
          <c:marker>
            <c:symbol val="none"/>
          </c:marker>
          <c:xVal>
            <c:numRef>
              <c:f>'Chart Data'!$E$2:$E$3</c:f>
              <c:numCache>
                <c:formatCode>General</c:formatCode>
                <c:ptCount val="2"/>
                <c:pt idx="0">
                  <c:v>0</c:v>
                </c:pt>
                <c:pt idx="1">
                  <c:v>12</c:v>
                </c:pt>
              </c:numCache>
            </c:numRef>
          </c:xVal>
          <c:yVal>
            <c:numRef>
              <c:f>'Chart Data'!$F$2:$F$3</c:f>
              <c:numCache>
                <c:formatCode>0</c:formatCode>
                <c:ptCount val="2"/>
                <c:pt idx="0">
                  <c:v>1000</c:v>
                </c:pt>
                <c:pt idx="1">
                  <c:v>1000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200"/>
          <c:min val="6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模擬濃度 [ppm]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50112"/>
        <c:majorUnit val="200"/>
      </c:valAx>
      <c:valAx>
        <c:axId val="48650112"/>
        <c:scaling>
          <c:orientation val="minMax"/>
          <c:max val="12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Noto Sans JP"/>
                    <a:ea typeface="Noto Sans JP"/>
                    <a:cs typeface="Noto Sans JP"/>
                  </a:rPr>
                  <a:t>時刻 [分]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Noto Sans JP"/>
                  <a:ea typeface="Noto Sans JP"/>
                  <a:cs typeface="Noto Sans JP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00">
                <a:solidFill>
                  <a:srgbClr val="666666"/>
                </a:solidFill>
                <a:latin typeface="Noto Sans JP"/>
                <a:ea typeface="Noto Sans JP"/>
                <a:cs typeface="Noto Sans JP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400">
              <a:solidFill>
                <a:srgbClr val="17202A"/>
              </a:solidFill>
              <a:latin typeface="Noto Sans JP"/>
              <a:ea typeface="Noto Sans JP"/>
              <a:cs typeface="Noto Sans JP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line">
            <a:extLst xmlns:a="http://schemas.openxmlformats.org/drawingml/2006/main">
              <a:ext uri="{FF2B5EF4-FFF2-40B4-BE49-F238E27FC236}">
                <a16:creationId xmlns:a16="http://schemas.microsoft.com/office/drawing/2014/main" id="{5FF9CA9F-BECF-49A4-BBC8-5F6ECB62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E2982A-AC57-4668-8ACE-0F3133EDB2A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2e1dc1c4c24225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251A9953-4161-47DD-9DAA-2C935D15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" name="venue">
            <a:extLst xmlns:a="http://schemas.openxmlformats.org/drawingml/2006/main">
              <a:ext uri="{FF2B5EF4-FFF2-40B4-BE49-F238E27FC236}">
                <a16:creationId xmlns:a16="http://schemas.microsoft.com/office/drawing/2014/main" id="{4E7BCFF8-B0CD-4862-8CD4-DC4E4DDF7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480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5" name="topic">
            <a:extLst xmlns:a="http://schemas.openxmlformats.org/drawingml/2006/main">
              <a:ext uri="{FF2B5EF4-FFF2-40B4-BE49-F238E27FC236}">
                <a16:creationId xmlns:a16="http://schemas.microsoft.com/office/drawing/2014/main" id="{575EA22F-7D1A-4A53-B1B2-11560AF8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14577"/>
            <a:ext cx="7772400" cy="110276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9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6" name="affiliation">
            <a:extLst xmlns:a="http://schemas.openxmlformats.org/drawingml/2006/main">
              <a:ext uri="{FF2B5EF4-FFF2-40B4-BE49-F238E27FC236}">
                <a16:creationId xmlns:a16="http://schemas.microsoft.com/office/drawing/2014/main" id="{D29478C4-9143-4BF0-9DB8-FBA04EA5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7" name="author">
            <a:extLst xmlns:a="http://schemas.openxmlformats.org/drawingml/2006/main">
              <a:ext uri="{FF2B5EF4-FFF2-40B4-BE49-F238E27FC236}">
                <a16:creationId xmlns:a16="http://schemas.microsoft.com/office/drawing/2014/main" id="{C364CF8C-AD96-4322-9BCC-19EF73C0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485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9999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8" name="research-photo-slot">
            <a:extLst xmlns:a="http://schemas.openxmlformats.org/drawingml/2006/main">
              <a:ext uri="{FF2B5EF4-FFF2-40B4-BE49-F238E27FC236}">
                <a16:creationId xmlns:a16="http://schemas.microsoft.com/office/drawing/2014/main" id="{790BEC8C-6953-48E8-AD16-FA8FCC6D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800350"/>
            <a:ext cx="24574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9AA09A"/>
            </a:solidFill>
            <a:prstDash val="solid"/>
          </a:ln>
        </p:spPr>
      </p:sp>
      <p:sp>
        <p:nvSpPr>
          <p:cNvPr id="9" name="photo-slot-label">
            <a:extLst xmlns:a="http://schemas.openxmlformats.org/drawingml/2006/main">
              <a:ext uri="{FF2B5EF4-FFF2-40B4-BE49-F238E27FC236}">
                <a16:creationId xmlns:a16="http://schemas.microsoft.com/office/drawing/2014/main" id="{360F4D45-EFDF-4A98-B645-195A7FFD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09925"/>
            <a:ext cx="226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研究対象の写真枠</a:t>
            </a:r>
          </a:p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写真は未同梱</a:t>
            </a:r>
          </a:p>
        </p:txBody>
      </p:sp>
    </p:spTree>
    <p:extLst>
      <p:ext uri="{BB962C8B-B14F-4D97-AF65-F5344CB8AC3E}">
        <p14:creationId xmlns:p14="http://schemas.microsoft.com/office/powerpoint/2010/main" val="67929522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3742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venue">
            <a:extLst xmlns:a="http://schemas.openxmlformats.org/drawingml/2006/main">
              <a:ext uri="{FF2B5EF4-FFF2-40B4-BE49-F238E27FC236}">
                <a16:creationId xmlns:a16="http://schemas.microsoft.com/office/drawing/2014/main" id="{8D1C7A22-E12B-4FB8-8A71-18A6FEDC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6225"/>
            <a:ext cx="822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研究発表の視覚作例</a:t>
            </a:r>
          </a:p>
        </p:txBody>
      </p:sp>
      <p:sp>
        <p:nvSpPr>
          <p:cNvPr id="2" name="topic">
            <a:extLst xmlns:a="http://schemas.openxmlformats.org/drawingml/2006/main">
              <a:ext uri="{FF2B5EF4-FFF2-40B4-BE49-F238E27FC236}">
                <a16:creationId xmlns:a16="http://schemas.microsoft.com/office/drawing/2014/main" id="{E3DCF446-71E9-4DEC-B537-76FD2056A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800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ctr">
              <a:def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3" name="affiliation">
            <a:extLst xmlns:a="http://schemas.openxmlformats.org/drawingml/2006/main">
              <a:ext uri="{FF2B5EF4-FFF2-40B4-BE49-F238E27FC236}">
                <a16:creationId xmlns:a16="http://schemas.microsoft.com/office/drawing/2014/main" id="{BB4B51F1-C581-485A-BDB4-500F0480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CPS LAB スタイル見本</a:t>
            </a:r>
          </a:p>
        </p:txBody>
      </p:sp>
      <p:sp>
        <p:nvSpPr>
          <p:cNvPr id="4" name="author">
            <a:extLst xmlns:a="http://schemas.openxmlformats.org/drawingml/2006/main">
              <a:ext uri="{FF2B5EF4-FFF2-40B4-BE49-F238E27FC236}">
                <a16:creationId xmlns:a16="http://schemas.microsoft.com/office/drawing/2014/main" id="{807FEFF5-D3EA-461A-A3DA-AB0E62AD5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385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架空の発表者</a:t>
            </a:r>
          </a:p>
        </p:txBody>
      </p:sp>
      <p:sp>
        <p:nvSpPr>
          <p:cNvPr id="5" name="media-placeholder">
            <a:extLst xmlns:a="http://schemas.openxmlformats.org/drawingml/2006/main">
              <a:ext uri="{FF2B5EF4-FFF2-40B4-BE49-F238E27FC236}">
                <a16:creationId xmlns:a16="http://schemas.microsoft.com/office/drawing/2014/main" id="{FD340E0B-31A4-4D09-A8F0-5C0A6EB0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86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全面を動画・静止ポスターに置換する配置見本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5D7A3B1B-021D-4C73-9C6F-B6F7FE328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615356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footer-line">
            <a:extLst xmlns:a="http://schemas.openxmlformats.org/drawingml/2006/main">
              <a:ext uri="{FF2B5EF4-FFF2-40B4-BE49-F238E27FC236}">
                <a16:creationId xmlns:a16="http://schemas.microsoft.com/office/drawing/2014/main" id="{B35B23FC-6452-44FB-BB40-AC977F59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3E4159-C1A4-4B61-B8A6-BC6F81B61C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f60bdaba65476f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D3EE526-1B81-40D3-9B7D-05D5DB69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running-chapter-3">
            <a:extLst xmlns:a="http://schemas.openxmlformats.org/drawingml/2006/main">
              <a:ext uri="{FF2B5EF4-FFF2-40B4-BE49-F238E27FC236}">
                <a16:creationId xmlns:a16="http://schemas.microsoft.com/office/drawing/2014/main" id="{EA37CE58-439B-4F92-8CD9-DE51BDAA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5" name="running-title-3">
            <a:extLst xmlns:a="http://schemas.openxmlformats.org/drawingml/2006/main">
              <a:ext uri="{FF2B5EF4-FFF2-40B4-BE49-F238E27FC236}">
                <a16:creationId xmlns:a16="http://schemas.microsoft.com/office/drawing/2014/main" id="{F8C52184-3D71-45A7-97FB-7799DE4F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72EF4B07-4EE5-4175-9317-DCE51295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目次</a:t>
            </a:r>
          </a:p>
        </p:txBody>
      </p:sp>
      <p:sp>
        <p:nvSpPr>
          <p:cNvPr id="7" name="message">
            <a:extLst xmlns:a="http://schemas.openxmlformats.org/drawingml/2006/main">
              <a:ext uri="{FF2B5EF4-FFF2-40B4-BE49-F238E27FC236}">
                <a16:creationId xmlns:a16="http://schemas.microsoft.com/office/drawing/2014/main" id="{0122A050-816F-4262-9C20-09ACB2D6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研究のねらい、しくみ、ここまでの結果、今後の展望</a:t>
            </a:r>
          </a:p>
        </p:txBody>
      </p:sp>
      <p:sp>
        <p:nvSpPr>
          <p:cNvPr id="8" name="toc-label-0">
            <a:extLst xmlns:a="http://schemas.openxmlformats.org/drawingml/2006/main">
              <a:ext uri="{FF2B5EF4-FFF2-40B4-BE49-F238E27FC236}">
                <a16:creationId xmlns:a16="http://schemas.microsoft.com/office/drawing/2014/main" id="{4521D25D-8728-4FD7-8720-09521E6A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097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9" name="toc-image-slot-0">
            <a:extLst xmlns:a="http://schemas.openxmlformats.org/drawingml/2006/main">
              <a:ext uri="{FF2B5EF4-FFF2-40B4-BE49-F238E27FC236}">
                <a16:creationId xmlns:a16="http://schemas.microsoft.com/office/drawing/2014/main" id="{488C366C-5322-487B-AC5B-268A45D01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9716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0" name="toc-image-label-0">
            <a:extLst xmlns:a="http://schemas.openxmlformats.org/drawingml/2006/main">
              <a:ext uri="{FF2B5EF4-FFF2-40B4-BE49-F238E27FC236}">
                <a16:creationId xmlns:a16="http://schemas.microsoft.com/office/drawing/2014/main" id="{880BE056-A81F-4C44-911A-6135F0DD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193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利用場面の画像枠</a:t>
            </a:r>
          </a:p>
        </p:txBody>
      </p:sp>
      <p:sp>
        <p:nvSpPr>
          <p:cNvPr id="11" name="toc-label-1">
            <a:extLst xmlns:a="http://schemas.openxmlformats.org/drawingml/2006/main">
              <a:ext uri="{FF2B5EF4-FFF2-40B4-BE49-F238E27FC236}">
                <a16:creationId xmlns:a16="http://schemas.microsoft.com/office/drawing/2014/main" id="{EAA6DCBF-9D91-4049-B57F-2EBC40C6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6097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2" name="toc-image-slot-1">
            <a:extLst xmlns:a="http://schemas.openxmlformats.org/drawingml/2006/main">
              <a:ext uri="{FF2B5EF4-FFF2-40B4-BE49-F238E27FC236}">
                <a16:creationId xmlns:a16="http://schemas.microsoft.com/office/drawing/2014/main" id="{4E38C217-BC75-441C-8A81-493BC2C5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9716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3" name="toc-image-label-1">
            <a:extLst xmlns:a="http://schemas.openxmlformats.org/drawingml/2006/main">
              <a:ext uri="{FF2B5EF4-FFF2-40B4-BE49-F238E27FC236}">
                <a16:creationId xmlns:a16="http://schemas.microsoft.com/office/drawing/2014/main" id="{7E9CEF57-401B-437B-918A-1E0775BD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193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手法・実機の画像枠</a:t>
            </a:r>
          </a:p>
        </p:txBody>
      </p:sp>
      <p:sp>
        <p:nvSpPr>
          <p:cNvPr id="14" name="toc-label-2">
            <a:extLst xmlns:a="http://schemas.openxmlformats.org/drawingml/2006/main">
              <a:ext uri="{FF2B5EF4-FFF2-40B4-BE49-F238E27FC236}">
                <a16:creationId xmlns:a16="http://schemas.microsoft.com/office/drawing/2014/main" id="{AFDA9838-1747-464D-9C39-895D15542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670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5" name="toc-image-slot-2">
            <a:extLst xmlns:a="http://schemas.openxmlformats.org/drawingml/2006/main">
              <a:ext uri="{FF2B5EF4-FFF2-40B4-BE49-F238E27FC236}">
                <a16:creationId xmlns:a16="http://schemas.microsoft.com/office/drawing/2014/main" id="{6CA29BD5-CC4E-4C0E-BD91-B2986525C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289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6" name="toc-image-label-2">
            <a:extLst xmlns:a="http://schemas.openxmlformats.org/drawingml/2006/main">
              <a:ext uri="{FF2B5EF4-FFF2-40B4-BE49-F238E27FC236}">
                <a16:creationId xmlns:a16="http://schemas.microsoft.com/office/drawing/2014/main" id="{FB92301A-6D84-4897-B066-18B1DCE8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766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評価・結果図の画像枠</a:t>
            </a:r>
          </a:p>
        </p:txBody>
      </p:sp>
      <p:sp>
        <p:nvSpPr>
          <p:cNvPr id="17" name="toc-label-3">
            <a:extLst xmlns:a="http://schemas.openxmlformats.org/drawingml/2006/main">
              <a:ext uri="{FF2B5EF4-FFF2-40B4-BE49-F238E27FC236}">
                <a16:creationId xmlns:a16="http://schemas.microsoft.com/office/drawing/2014/main" id="{56397B2D-199E-43FE-B44B-39F18AD64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867025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8" name="toc-image-slot-3">
            <a:extLst xmlns:a="http://schemas.openxmlformats.org/drawingml/2006/main">
              <a:ext uri="{FF2B5EF4-FFF2-40B4-BE49-F238E27FC236}">
                <a16:creationId xmlns:a16="http://schemas.microsoft.com/office/drawing/2014/main" id="{3F35BECF-08A7-441A-8256-D35A9AA3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28975"/>
            <a:ext cx="38862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1"/>
          </a:solidFill>
          <a:ln xmlns:a="http://schemas.openxmlformats.org/drawingml/2006/main" w="9525">
            <a:solidFill>
              <a:srgbClr val="B5BDB2"/>
            </a:solidFill>
            <a:prstDash val="solid"/>
          </a:ln>
        </p:spPr>
      </p:sp>
      <p:sp>
        <p:nvSpPr>
          <p:cNvPr id="19" name="toc-image-label-3">
            <a:extLst xmlns:a="http://schemas.openxmlformats.org/drawingml/2006/main">
              <a:ext uri="{FF2B5EF4-FFF2-40B4-BE49-F238E27FC236}">
                <a16:creationId xmlns:a16="http://schemas.microsoft.com/office/drawing/2014/main" id="{C4CC00A5-D860-47DF-A7A2-C1EFDEAF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276600"/>
            <a:ext cx="3695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構想図の画像枠（計画）</a:t>
            </a:r>
          </a:p>
        </p:txBody>
      </p:sp>
      <p:sp>
        <p:nvSpPr>
          <p:cNvPr id="20" name="toc-rule-vertical">
            <a:extLst xmlns:a="http://schemas.openxmlformats.org/drawingml/2006/main">
              <a:ext uri="{FF2B5EF4-FFF2-40B4-BE49-F238E27FC236}">
                <a16:creationId xmlns:a16="http://schemas.microsoft.com/office/drawing/2014/main" id="{53DDF546-C0F2-46AE-AC7C-6398DB65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62100"/>
            <a:ext cx="9525" cy="2524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toc-rule-horizontal">
            <a:extLst xmlns:a="http://schemas.openxmlformats.org/drawingml/2006/main">
              <a:ext uri="{FF2B5EF4-FFF2-40B4-BE49-F238E27FC236}">
                <a16:creationId xmlns:a16="http://schemas.microsoft.com/office/drawing/2014/main" id="{46749FCA-ABCF-45FD-B07A-92EAC19B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9875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577447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683321-94B6-4981-91DC-7E4BE7FD0F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9f94e2a8e4ca9"/>
          <a:stretch xmlns:a="http://schemas.openxmlformats.org/drawingml/2006/main"/>
        </p:blipFill>
        <p:spPr>
          <a:xfrm xmlns:a="http://schemas.openxmlformats.org/drawingml/2006/main">
            <a:off x="7697419" y="502920"/>
            <a:ext cx="1107338" cy="310965"/>
          </a:xfrm>
          <a:prstGeom xmlns:a="http://schemas.openxmlformats.org/drawingml/2006/main" prst="rect">
            <a:avLst/>
          </a:prstGeom>
        </p:spPr>
      </p:pic>
      <p:sp>
        <p:nvSpPr>
          <p:cNvPr id="2" name="page">
            <a:extLst xmlns:a="http://schemas.openxmlformats.org/drawingml/2006/main">
              <a:ext uri="{FF2B5EF4-FFF2-40B4-BE49-F238E27FC236}">
                <a16:creationId xmlns:a16="http://schemas.microsoft.com/office/drawing/2014/main" id="{3784026A-2A8B-4B93-AB6A-6F4E0ABC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" name="running-chapter-4">
            <a:extLst xmlns:a="http://schemas.openxmlformats.org/drawingml/2006/main">
              <a:ext uri="{FF2B5EF4-FFF2-40B4-BE49-F238E27FC236}">
                <a16:creationId xmlns:a16="http://schemas.microsoft.com/office/drawing/2014/main" id="{DCBAD4A9-D70D-4C26-A749-193848A9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4" name="running-title-4">
            <a:extLst xmlns:a="http://schemas.openxmlformats.org/drawingml/2006/main">
              <a:ext uri="{FF2B5EF4-FFF2-40B4-BE49-F238E27FC236}">
                <a16:creationId xmlns:a16="http://schemas.microsoft.com/office/drawing/2014/main" id="{3C50C0B0-BD2C-4587-AE2D-AFBD2E5B3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5" name="upper-chapter-band">
            <a:extLst xmlns:a="http://schemas.openxmlformats.org/drawingml/2006/main">
              <a:ext uri="{FF2B5EF4-FFF2-40B4-BE49-F238E27FC236}">
                <a16:creationId xmlns:a16="http://schemas.microsoft.com/office/drawing/2014/main" id="{6B1A9C45-119F-499C-B19A-F2C06705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71550"/>
            <a:ext cx="7772400" cy="8215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hapter">
            <a:extLst xmlns:a="http://schemas.openxmlformats.org/drawingml/2006/main">
              <a:ext uri="{FF2B5EF4-FFF2-40B4-BE49-F238E27FC236}">
                <a16:creationId xmlns:a16="http://schemas.microsoft.com/office/drawing/2014/main" id="{C597A6E7-4B76-44F2-985A-5B64E2175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3" y="1035844"/>
            <a:ext cx="7358063" cy="6500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3769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03  ここまでの結果</a:t>
            </a:r>
          </a:p>
        </p:txBody>
      </p:sp>
      <p:sp>
        <p:nvSpPr>
          <p:cNvPr id="7" name="chapter-guide">
            <a:extLst xmlns:a="http://schemas.openxmlformats.org/drawingml/2006/main">
              <a:ext uri="{FF2B5EF4-FFF2-40B4-BE49-F238E27FC236}">
                <a16:creationId xmlns:a16="http://schemas.microsoft.com/office/drawing/2014/main" id="{433E5873-4D8C-4A84-9B07-BC2EBEFC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7715250" cy="7858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2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合成データで確認したことと、残る課題</a:t>
            </a:r>
          </a:p>
        </p:txBody>
      </p:sp>
    </p:spTree>
    <p:extLst>
      <p:ext uri="{BB962C8B-B14F-4D97-AF65-F5344CB8AC3E}">
        <p14:creationId xmlns:p14="http://schemas.microsoft.com/office/powerpoint/2010/main" val="11767927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DDE465-3310-4D34-8B42-834772C45730}"/>
              </a:ext>
            </a:extLst>
          </p:cNvPr>
          <p:cNvCxnSpPr>
            <a:stCxn xmlns:a="http://schemas.openxmlformats.org/drawingml/2006/main" id="34" idx="4"/>
            <a:endCxn xmlns:a="http://schemas.openxmlformats.org/drawingml/2006/main" id="36" idx="0"/>
          </p:cNvCxnSpPr>
          <p:nvPr/>
        </p:nvCxnSpPr>
        <p:spPr>
          <a:xfrm xmlns:a="http://schemas.openxmlformats.org/drawingml/2006/main">
            <a:off x="73247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cxnSp>
        <p:nvCxn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AA1877-15E7-42C8-8276-53C00EACBDD4}"/>
              </a:ext>
            </a:extLst>
          </p:cNvPr>
          <p:cNvCxnSpPr>
            <a:stCxn xmlns:a="http://schemas.openxmlformats.org/drawingml/2006/main" id="22" idx="4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532447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357020-12DC-4EDD-AF51-C3C48F75813B}"/>
              </a:ext>
            </a:extLst>
          </p:cNvPr>
          <p:cNvCxnSpPr>
            <a:stCxn xmlns:a="http://schemas.openxmlformats.org/drawingml/2006/main" id="10" idx="4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3324225" y="2057400"/>
            <a:ext cx="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1430">
            <a:solidFill>
              <a:srgbClr val="59636E"/>
            </a:solidFill>
            <a:tailEnd type="triangle" w="sm" len="sm"/>
          </a:ln>
        </p:spPr>
      </p:cxnSp>
      <p:sp>
        <p:nvSpPr>
          <p:cNvPr id="45" name="footer-line">
            <a:extLst xmlns:a="http://schemas.openxmlformats.org/drawingml/2006/main">
              <a:ext uri="{FF2B5EF4-FFF2-40B4-BE49-F238E27FC236}">
                <a16:creationId xmlns:a16="http://schemas.microsoft.com/office/drawing/2014/main" id="{CC6649C8-C272-49EC-A37C-35BE048B1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DF7633-8F95-468D-AF66-08C2BD35DE4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a9bc3d7ed84cf5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36B1EFBF-1F5B-4DAD-83DC-1733F21A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running-chapter-5">
            <a:extLst xmlns:a="http://schemas.openxmlformats.org/drawingml/2006/main">
              <a:ext uri="{FF2B5EF4-FFF2-40B4-BE49-F238E27FC236}">
                <a16:creationId xmlns:a16="http://schemas.microsoft.com/office/drawing/2014/main" id="{4CA681B5-0A75-4EAD-9106-81ADF3EB1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5" name="running-title-5">
            <a:extLst xmlns:a="http://schemas.openxmlformats.org/drawingml/2006/main">
              <a:ext uri="{FF2B5EF4-FFF2-40B4-BE49-F238E27FC236}">
                <a16:creationId xmlns:a16="http://schemas.microsoft.com/office/drawing/2014/main" id="{0A6A6E95-9D88-465D-A895-7103D4B0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74E19DF5-E8EB-4F5D-BD38-0C85B7EB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同じ入力の間引き</a:t>
            </a:r>
          </a:p>
        </p:txBody>
      </p:sp>
      <p:sp>
        <p:nvSpPr>
          <p:cNvPr id="7" name="message">
            <a:extLst xmlns:a="http://schemas.openxmlformats.org/drawingml/2006/main">
              <a:ext uri="{FF2B5EF4-FFF2-40B4-BE49-F238E27FC236}">
                <a16:creationId xmlns:a16="http://schemas.microsoft.com/office/drawing/2014/main" id="{E56A2985-5568-4567-950B-647A3DD5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合成13点から、0・5・10分の3点を保持する [1]</a:t>
            </a:r>
          </a:p>
        </p:txBody>
      </p:sp>
      <p:sp>
        <p:nvSpPr>
          <p:cNvPr id="8" name="all-label">
            <a:extLst xmlns:a="http://schemas.openxmlformats.org/drawingml/2006/main">
              <a:ext uri="{FF2B5EF4-FFF2-40B4-BE49-F238E27FC236}">
                <a16:creationId xmlns:a16="http://schemas.microsoft.com/office/drawing/2014/main" id="{DC0D0206-946C-44E7-B3B2-0A88095D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1分間隔の入力</a:t>
            </a:r>
          </a:p>
        </p:txBody>
      </p:sp>
      <p:sp>
        <p:nvSpPr>
          <p:cNvPr id="9" name="kept-label">
            <a:extLst xmlns:a="http://schemas.openxmlformats.org/drawingml/2006/main">
              <a:ext uri="{FF2B5EF4-FFF2-40B4-BE49-F238E27FC236}">
                <a16:creationId xmlns:a16="http://schemas.microsoft.com/office/drawing/2014/main" id="{DE0DEFE4-2977-48AE-89BC-0D4E9847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095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5分間隔で保持</a:t>
            </a:r>
          </a:p>
        </p:txBody>
      </p:sp>
      <p:sp>
        <p:nvSpPr>
          <p:cNvPr id="10" name="input-0">
            <a:extLst xmlns:a="http://schemas.openxmlformats.org/drawingml/2006/main">
              <a:ext uri="{FF2B5EF4-FFF2-40B4-BE49-F238E27FC236}">
                <a16:creationId xmlns:a16="http://schemas.microsoft.com/office/drawing/2014/main" id="{34B14027-003B-4206-A0FA-BAFE9F04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minute-0">
            <a:extLst xmlns:a="http://schemas.openxmlformats.org/drawingml/2006/main">
              <a:ext uri="{FF2B5EF4-FFF2-40B4-BE49-F238E27FC236}">
                <a16:creationId xmlns:a16="http://schemas.microsoft.com/office/drawing/2014/main" id="{F4EB53C3-FF9E-4C84-9987-EE08C1FC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0</a:t>
            </a:r>
          </a:p>
        </p:txBody>
      </p:sp>
      <p:sp>
        <p:nvSpPr>
          <p:cNvPr id="12" name="retained-0">
            <a:extLst xmlns:a="http://schemas.openxmlformats.org/drawingml/2006/main">
              <a:ext uri="{FF2B5EF4-FFF2-40B4-BE49-F238E27FC236}">
                <a16:creationId xmlns:a16="http://schemas.microsoft.com/office/drawing/2014/main" id="{D470E764-169A-4D60-AEC9-5D56EC1B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sp>
        <p:nvSpPr>
          <p:cNvPr id="14" name="input-1">
            <a:extLst xmlns:a="http://schemas.openxmlformats.org/drawingml/2006/main">
              <a:ext uri="{FF2B5EF4-FFF2-40B4-BE49-F238E27FC236}">
                <a16:creationId xmlns:a16="http://schemas.microsoft.com/office/drawing/2014/main" id="{9A490D7B-90F3-4600-8305-6AAA44259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inute-1">
            <a:extLst xmlns:a="http://schemas.openxmlformats.org/drawingml/2006/main">
              <a:ext uri="{FF2B5EF4-FFF2-40B4-BE49-F238E27FC236}">
                <a16:creationId xmlns:a16="http://schemas.microsoft.com/office/drawing/2014/main" id="{8ED71789-06A7-4888-951C-35BE6301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16" name="input-2">
            <a:extLst xmlns:a="http://schemas.openxmlformats.org/drawingml/2006/main">
              <a:ext uri="{FF2B5EF4-FFF2-40B4-BE49-F238E27FC236}">
                <a16:creationId xmlns:a16="http://schemas.microsoft.com/office/drawing/2014/main" id="{3B2EC199-AB52-4CB1-92E0-1C1D258AB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minute-2">
            <a:extLst xmlns:a="http://schemas.openxmlformats.org/drawingml/2006/main">
              <a:ext uri="{FF2B5EF4-FFF2-40B4-BE49-F238E27FC236}">
                <a16:creationId xmlns:a16="http://schemas.microsoft.com/office/drawing/2014/main" id="{326EF216-644A-423A-AA9C-DE8C115C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8" name="input-3">
            <a:extLst xmlns:a="http://schemas.openxmlformats.org/drawingml/2006/main">
              <a:ext uri="{FF2B5EF4-FFF2-40B4-BE49-F238E27FC236}">
                <a16:creationId xmlns:a16="http://schemas.microsoft.com/office/drawing/2014/main" id="{4FFCB692-958A-40C1-9FBC-527662EF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minute-3">
            <a:extLst xmlns:a="http://schemas.openxmlformats.org/drawingml/2006/main">
              <a:ext uri="{FF2B5EF4-FFF2-40B4-BE49-F238E27FC236}">
                <a16:creationId xmlns:a16="http://schemas.microsoft.com/office/drawing/2014/main" id="{E2F4FB27-4A9D-41F3-BEE8-2C98B64B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input-4">
            <a:extLst xmlns:a="http://schemas.openxmlformats.org/drawingml/2006/main">
              <a:ext uri="{FF2B5EF4-FFF2-40B4-BE49-F238E27FC236}">
                <a16:creationId xmlns:a16="http://schemas.microsoft.com/office/drawing/2014/main" id="{6D161D56-4E83-40B9-9B91-5E4CC2B0A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minute-4">
            <a:extLst xmlns:a="http://schemas.openxmlformats.org/drawingml/2006/main">
              <a:ext uri="{FF2B5EF4-FFF2-40B4-BE49-F238E27FC236}">
                <a16:creationId xmlns:a16="http://schemas.microsoft.com/office/drawing/2014/main" id="{E5238ACF-81B6-411E-92FB-456805C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4</a:t>
            </a:r>
          </a:p>
        </p:txBody>
      </p:sp>
      <p:sp>
        <p:nvSpPr>
          <p:cNvPr id="22" name="input-5">
            <a:extLst xmlns:a="http://schemas.openxmlformats.org/drawingml/2006/main">
              <a:ext uri="{FF2B5EF4-FFF2-40B4-BE49-F238E27FC236}">
                <a16:creationId xmlns:a16="http://schemas.microsoft.com/office/drawing/2014/main" id="{1BC34FE6-282F-4401-8FDE-7D8CE42C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minute-5">
            <a:extLst xmlns:a="http://schemas.openxmlformats.org/drawingml/2006/main">
              <a:ext uri="{FF2B5EF4-FFF2-40B4-BE49-F238E27FC236}">
                <a16:creationId xmlns:a16="http://schemas.microsoft.com/office/drawing/2014/main" id="{9DFBB0C3-4139-4BC3-8B97-DC8B1171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5</a:t>
            </a:r>
          </a:p>
        </p:txBody>
      </p:sp>
      <p:sp>
        <p:nvSpPr>
          <p:cNvPr id="24" name="retained-5">
            <a:extLst xmlns:a="http://schemas.openxmlformats.org/drawingml/2006/main">
              <a:ext uri="{FF2B5EF4-FFF2-40B4-BE49-F238E27FC236}">
                <a16:creationId xmlns:a16="http://schemas.microsoft.com/office/drawing/2014/main" id="{CABCA1D4-D376-4800-8542-874C19C9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sp>
        <p:nvSpPr>
          <p:cNvPr id="26" name="input-6">
            <a:extLst xmlns:a="http://schemas.openxmlformats.org/drawingml/2006/main">
              <a:ext uri="{FF2B5EF4-FFF2-40B4-BE49-F238E27FC236}">
                <a16:creationId xmlns:a16="http://schemas.microsoft.com/office/drawing/2014/main" id="{C728D16B-A87C-46A9-9A8E-0BECE89F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minute-6">
            <a:extLst xmlns:a="http://schemas.openxmlformats.org/drawingml/2006/main">
              <a:ext uri="{FF2B5EF4-FFF2-40B4-BE49-F238E27FC236}">
                <a16:creationId xmlns:a16="http://schemas.microsoft.com/office/drawing/2014/main" id="{29414E87-5089-468D-89E2-4BC7D8E6E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6</a:t>
            </a:r>
          </a:p>
        </p:txBody>
      </p:sp>
      <p:sp>
        <p:nvSpPr>
          <p:cNvPr id="28" name="input-7">
            <a:extLst xmlns:a="http://schemas.openxmlformats.org/drawingml/2006/main">
              <a:ext uri="{FF2B5EF4-FFF2-40B4-BE49-F238E27FC236}">
                <a16:creationId xmlns:a16="http://schemas.microsoft.com/office/drawing/2014/main" id="{152DE247-4395-42C5-9989-E1243B65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minute-7">
            <a:extLst xmlns:a="http://schemas.openxmlformats.org/drawingml/2006/main">
              <a:ext uri="{FF2B5EF4-FFF2-40B4-BE49-F238E27FC236}">
                <a16:creationId xmlns:a16="http://schemas.microsoft.com/office/drawing/2014/main" id="{8360B217-6CC7-4806-98EC-A5DD0B70A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7</a:t>
            </a:r>
          </a:p>
        </p:txBody>
      </p:sp>
      <p:sp>
        <p:nvSpPr>
          <p:cNvPr id="30" name="input-8">
            <a:extLst xmlns:a="http://schemas.openxmlformats.org/drawingml/2006/main">
              <a:ext uri="{FF2B5EF4-FFF2-40B4-BE49-F238E27FC236}">
                <a16:creationId xmlns:a16="http://schemas.microsoft.com/office/drawing/2014/main" id="{A206D455-60CF-4C60-A721-E55B821A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minute-8">
            <a:extLst xmlns:a="http://schemas.openxmlformats.org/drawingml/2006/main">
              <a:ext uri="{FF2B5EF4-FFF2-40B4-BE49-F238E27FC236}">
                <a16:creationId xmlns:a16="http://schemas.microsoft.com/office/drawing/2014/main" id="{AA1F3040-163B-438D-AF1D-38B406528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8</a:t>
            </a:r>
          </a:p>
        </p:txBody>
      </p:sp>
      <p:sp>
        <p:nvSpPr>
          <p:cNvPr id="32" name="input-9">
            <a:extLst xmlns:a="http://schemas.openxmlformats.org/drawingml/2006/main">
              <a:ext uri="{FF2B5EF4-FFF2-40B4-BE49-F238E27FC236}">
                <a16:creationId xmlns:a16="http://schemas.microsoft.com/office/drawing/2014/main" id="{3D85BA2F-1FFA-4EA0-A1D6-1684D7C1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minute-9">
            <a:extLst xmlns:a="http://schemas.openxmlformats.org/drawingml/2006/main">
              <a:ext uri="{FF2B5EF4-FFF2-40B4-BE49-F238E27FC236}">
                <a16:creationId xmlns:a16="http://schemas.microsoft.com/office/drawing/2014/main" id="{FD43DA2E-BBD3-4806-B5A2-0CFDE428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9</a:t>
            </a:r>
          </a:p>
        </p:txBody>
      </p:sp>
      <p:sp>
        <p:nvSpPr>
          <p:cNvPr id="34" name="input-10">
            <a:extLst xmlns:a="http://schemas.openxmlformats.org/drawingml/2006/main">
              <a:ext uri="{FF2B5EF4-FFF2-40B4-BE49-F238E27FC236}">
                <a16:creationId xmlns:a16="http://schemas.microsoft.com/office/drawing/2014/main" id="{95E4D739-3C58-4FCD-A31D-250B337C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minute-10">
            <a:extLst xmlns:a="http://schemas.openxmlformats.org/drawingml/2006/main">
              <a:ext uri="{FF2B5EF4-FFF2-40B4-BE49-F238E27FC236}">
                <a16:creationId xmlns:a16="http://schemas.microsoft.com/office/drawing/2014/main" id="{67EBB46A-9C6D-49AB-9E0D-141349D8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10</a:t>
            </a:r>
          </a:p>
        </p:txBody>
      </p:sp>
      <p:sp>
        <p:nvSpPr>
          <p:cNvPr id="36" name="retained-10">
            <a:extLst xmlns:a="http://schemas.openxmlformats.org/drawingml/2006/main">
              <a:ext uri="{FF2B5EF4-FFF2-40B4-BE49-F238E27FC236}">
                <a16:creationId xmlns:a16="http://schemas.microsoft.com/office/drawing/2014/main" id="{33B637B6-DFE4-47F1-8A85-2499885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57550"/>
            <a:ext cx="209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761D"/>
          </a:solidFill>
          <a:ln xmlns:a="http://schemas.openxmlformats.org/drawingml/2006/main" w="11430">
            <a:solidFill>
              <a:srgbClr val="17202A"/>
            </a:solidFill>
            <a:prstDash val="solid"/>
          </a:ln>
        </p:spPr>
      </p:sp>
      <p:sp>
        <p:nvSpPr>
          <p:cNvPr id="38" name="input-11">
            <a:extLst xmlns:a="http://schemas.openxmlformats.org/drawingml/2006/main">
              <a:ext uri="{FF2B5EF4-FFF2-40B4-BE49-F238E27FC236}">
                <a16:creationId xmlns:a16="http://schemas.microsoft.com/office/drawing/2014/main" id="{E54FF52E-FD63-43F8-BD38-C1597646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minute-11">
            <a:extLst xmlns:a="http://schemas.openxmlformats.org/drawingml/2006/main">
              <a:ext uri="{FF2B5EF4-FFF2-40B4-BE49-F238E27FC236}">
                <a16:creationId xmlns:a16="http://schemas.microsoft.com/office/drawing/2014/main" id="{FEF97139-30C8-4900-8784-281F5729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11</a:t>
            </a:r>
          </a:p>
        </p:txBody>
      </p:sp>
      <p:sp>
        <p:nvSpPr>
          <p:cNvPr id="40" name="input-12">
            <a:extLst xmlns:a="http://schemas.openxmlformats.org/drawingml/2006/main">
              <a:ext uri="{FF2B5EF4-FFF2-40B4-BE49-F238E27FC236}">
                <a16:creationId xmlns:a16="http://schemas.microsoft.com/office/drawing/2014/main" id="{4FB19AA4-75A3-4095-AAD2-3ACC1456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8859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66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minute-12">
            <a:extLst xmlns:a="http://schemas.openxmlformats.org/drawingml/2006/main">
              <a:ext uri="{FF2B5EF4-FFF2-40B4-BE49-F238E27FC236}">
                <a16:creationId xmlns:a16="http://schemas.microsoft.com/office/drawing/2014/main" id="{8A5631C0-DF83-4D0F-B2D9-00E2EE2B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57162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ct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12</a:t>
            </a:r>
          </a:p>
        </p:txBody>
      </p:sp>
      <p:sp>
        <p:nvSpPr>
          <p:cNvPr id="42" name="axis-unit">
            <a:extLst xmlns:a="http://schemas.openxmlformats.org/drawingml/2006/main">
              <a:ext uri="{FF2B5EF4-FFF2-40B4-BE49-F238E27FC236}">
                <a16:creationId xmlns:a16="http://schemas.microsoft.com/office/drawing/2014/main" id="{AD05A263-82C3-4065-A2BE-303B94DB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33650"/>
            <a:ext cx="904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時刻 [分]</a:t>
            </a:r>
          </a:p>
        </p:txBody>
      </p:sp>
      <p:sp>
        <p:nvSpPr>
          <p:cNvPr id="43" name="arrow-meaning">
            <a:extLst xmlns:a="http://schemas.openxmlformats.org/drawingml/2006/main">
              <a:ext uri="{FF2B5EF4-FFF2-40B4-BE49-F238E27FC236}">
                <a16:creationId xmlns:a16="http://schemas.microsoft.com/office/drawing/2014/main" id="{582983B9-EAA6-4656-802F-32F7CB591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90925"/>
            <a:ext cx="4857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14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矢印は「保持する点」の対応</a:t>
            </a:r>
          </a:p>
        </p:txBody>
      </p:sp>
      <p:sp>
        <p:nvSpPr>
          <p:cNvPr id="44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F76632C4-CEDB-44ED-8D5D-5A1E2AAE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8421136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-line">
            <a:extLst xmlns:a="http://schemas.openxmlformats.org/drawingml/2006/main">
              <a:ext uri="{FF2B5EF4-FFF2-40B4-BE49-F238E27FC236}">
                <a16:creationId xmlns:a16="http://schemas.microsoft.com/office/drawing/2014/main" id="{C7A539E8-B36E-43AB-BCF5-345D7F115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B239FE-0807-483C-9631-AFD57241C53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11e1079649422c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9316AEF2-AB5A-4942-8E39-90C35403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running-chapter-6">
            <a:extLst xmlns:a="http://schemas.openxmlformats.org/drawingml/2006/main">
              <a:ext uri="{FF2B5EF4-FFF2-40B4-BE49-F238E27FC236}">
                <a16:creationId xmlns:a16="http://schemas.microsoft.com/office/drawing/2014/main" id="{71D0E786-2E6E-401C-9A81-4E450A07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5" name="running-title-6">
            <a:extLst xmlns:a="http://schemas.openxmlformats.org/drawingml/2006/main">
              <a:ext uri="{FF2B5EF4-FFF2-40B4-BE49-F238E27FC236}">
                <a16:creationId xmlns:a16="http://schemas.microsoft.com/office/drawing/2014/main" id="{1ED509BD-6C69-43EF-82FA-B183551AC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5E32F031-EB75-4242-A98F-7BBC3CEE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この合成例では高い値が記録に残らない</a:t>
            </a:r>
          </a:p>
        </p:txBody>
      </p:sp>
      <p:sp>
        <p:nvSpPr>
          <p:cNvPr id="7" name="message">
            <a:extLst xmlns:a="http://schemas.openxmlformats.org/drawingml/2006/main">
              <a:ext uri="{FF2B5EF4-FFF2-40B4-BE49-F238E27FC236}">
                <a16:creationId xmlns:a16="http://schemas.microsoft.com/office/drawing/2014/main" id="{3AD554D4-36EA-43FC-9E75-722DD3EF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5分間隔の保持点には、1000 ppmを超える値がない [1]</a:t>
            </a:r>
          </a:p>
        </p:txBody>
      </p:sp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878E9529-BBE6-4E8F-AC98-669C09C0320B}"/>
              </a:ext>
            </a:extLst>
          </p:cNvPr>
          <p:cNvGraphicFramePr/>
          <p:nvPr/>
        </p:nvGraphicFramePr>
        <p:xfrm>
          <a:off xmlns:a="http://schemas.openxmlformats.org/drawingml/2006/main" x="438150" y="1571625"/>
          <a:ext xmlns:a="http://schemas.openxmlformats.org/drawingml/2006/main" cx="6210300" cy="2305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28dbbad8c24f42"/>
          </a:graphicData>
        </a:graphic>
      </p:graphicFrame>
      <p:sp>
        <p:nvSpPr>
          <p:cNvPr id="9" name="maximum-label">
            <a:extLst xmlns:a="http://schemas.openxmlformats.org/drawingml/2006/main">
              <a:ext uri="{FF2B5EF4-FFF2-40B4-BE49-F238E27FC236}">
                <a16:creationId xmlns:a16="http://schemas.microsoft.com/office/drawing/2014/main" id="{2DCF9E54-13F0-4ADB-BC9F-4AA9AECD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7811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保持最大値</a:t>
            </a:r>
          </a:p>
        </p:txBody>
      </p:sp>
      <p:sp>
        <p:nvSpPr>
          <p:cNvPr id="10" name="all-max">
            <a:extLst xmlns:a="http://schemas.openxmlformats.org/drawingml/2006/main">
              <a:ext uri="{FF2B5EF4-FFF2-40B4-BE49-F238E27FC236}">
                <a16:creationId xmlns:a16="http://schemas.microsoft.com/office/drawing/2014/main" id="{F736248F-1301-463E-9D1B-54BDA56F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28850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全13点</a:t>
            </a:r>
          </a:p>
          <a:p xmlns:a="http://schemas.openxmlformats.org/drawingml/2006/main">
            <a:pPr algn="l">
              <a:def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1120 ppm</a:t>
            </a:r>
          </a:p>
        </p:txBody>
      </p:sp>
      <p:sp>
        <p:nvSpPr>
          <p:cNvPr id="11" name="kept-max">
            <a:extLst xmlns:a="http://schemas.openxmlformats.org/drawingml/2006/main">
              <a:ext uri="{FF2B5EF4-FFF2-40B4-BE49-F238E27FC236}">
                <a16:creationId xmlns:a16="http://schemas.microsoft.com/office/drawing/2014/main" id="{CDB0088B-2F5B-4A65-8004-66C1AC50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90875"/>
            <a:ext cx="180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保持3点</a:t>
            </a:r>
          </a:p>
          <a:p xmlns:a="http://schemas.openxmlformats.org/drawingml/2006/main">
            <a:pPr algn="l">
              <a:def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9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970 ppm</a:t>
            </a:r>
          </a:p>
        </p:txBody>
      </p:sp>
      <p:sp>
        <p:nvSpPr>
          <p:cNvPr id="12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F8A9F143-CDB1-40B1-AD13-97B28C39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96561423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39AD0FB-0C36-4FD4-85A0-82ADD53E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EEE4F6-E51B-466D-8E87-5C6DCEC08A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624ed2c0e4924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DCD5A50A-5D9B-4D41-8E31-248B25F1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running-chapter-7">
            <a:extLst xmlns:a="http://schemas.openxmlformats.org/drawingml/2006/main">
              <a:ext uri="{FF2B5EF4-FFF2-40B4-BE49-F238E27FC236}">
                <a16:creationId xmlns:a16="http://schemas.microsoft.com/office/drawing/2014/main" id="{18263C4C-9D29-4266-B1FF-521EE66B6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5" name="running-title-7">
            <a:extLst xmlns:a="http://schemas.openxmlformats.org/drawingml/2006/main">
              <a:ext uri="{FF2B5EF4-FFF2-40B4-BE49-F238E27FC236}">
                <a16:creationId xmlns:a16="http://schemas.microsoft.com/office/drawing/2014/main" id="{F0F80C61-4B3F-44A7-860C-C90A1492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E205232E-77AF-4B8D-8E81-FE14430E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記録量と保持された値</a:t>
            </a:r>
          </a:p>
        </p:txBody>
      </p:sp>
      <p:sp>
        <p:nvSpPr>
          <p:cNvPr id="7" name="message">
            <a:extLst xmlns:a="http://schemas.openxmlformats.org/drawingml/2006/main">
              <a:ext uri="{FF2B5EF4-FFF2-40B4-BE49-F238E27FC236}">
                <a16:creationId xmlns:a16="http://schemas.microsoft.com/office/drawing/2014/main" id="{16E9B118-7FB8-49B5-9A83-38799971D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保持点は13点から3点に減る [1]</a:t>
            </a:r>
          </a:p>
        </p:txBody>
      </p:sp>
      <p:graphicFrame>
        <p:nvGraphicFrame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FFAE6B-9EB8-46D9-8033-08614BBF9F2F}"/>
              </a:ext>
            </a:extLst>
          </p:cNvPr>
          <p:cNvGraphicFramePr/>
          <p:nvPr/>
        </p:nvGraphicFramePr>
        <p:xfrm>
          <a:off xmlns:a="http://schemas.openxmlformats.org/drawingml/2006/main" x="457200" y="1657350"/>
          <a:ext xmlns:a="http://schemas.openxmlformats.org/drawingml/2006/main" cx="82296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924300"/>
                <a:gridCol w="2152650"/>
                <a:gridCol w="2152650"/>
              </a:tblGrid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比較項目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5分間隔</a:t>
                      </a:r>
                    </a:p>
                  </a:txBody>
                  <a:tcPr marL="152400" marR="152400" marT="76200" marB="76200" anchor="ctr">
                    <a:solidFill>
                      <a:srgbClr val="EFF5E4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3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保持最大値 [ppm]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1120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970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1000 ppm超の記録点数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7202A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2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38761D"/>
                          </a:solidFill>
                          <a:latin typeface="Noto Sans JP"/>
                          <a:ea typeface="Noto Sans JP"/>
                          <a:cs typeface="Noto Sans JP"/>
                        </a:rPr>
                        <a:t>0</a:t>
                      </a:r>
                    </a:p>
                  </a:txBody>
                  <a:tcPr marL="152400" marR="152400" marT="7620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54A9E945-A179-4A3E-BB96-B8E074550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8902118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footer-line">
            <a:extLst xmlns:a="http://schemas.openxmlformats.org/drawingml/2006/main">
              <a:ext uri="{FF2B5EF4-FFF2-40B4-BE49-F238E27FC236}">
                <a16:creationId xmlns:a16="http://schemas.microsoft.com/office/drawing/2014/main" id="{154E63B4-8D9D-47EB-B3BC-A3F1903D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5BAF1B-9DD3-4701-B1C1-32C00C2C97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376a6280614bc4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11914828-357E-44DE-9DF3-4D9997A6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4" name="running-chapter-8">
            <a:extLst xmlns:a="http://schemas.openxmlformats.org/drawingml/2006/main">
              <a:ext uri="{FF2B5EF4-FFF2-40B4-BE49-F238E27FC236}">
                <a16:creationId xmlns:a16="http://schemas.microsoft.com/office/drawing/2014/main" id="{88B56043-E599-4AC3-82A3-9147F230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5" name="running-title-8">
            <a:extLst xmlns:a="http://schemas.openxmlformats.org/drawingml/2006/main">
              <a:ext uri="{FF2B5EF4-FFF2-40B4-BE49-F238E27FC236}">
                <a16:creationId xmlns:a16="http://schemas.microsoft.com/office/drawing/2014/main" id="{60BC558A-8F9F-4545-BE87-41837F47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title">
            <a:extLst xmlns:a="http://schemas.openxmlformats.org/drawingml/2006/main">
              <a:ext uri="{FF2B5EF4-FFF2-40B4-BE49-F238E27FC236}">
                <a16:creationId xmlns:a16="http://schemas.microsoft.com/office/drawing/2014/main" id="{F2591EAF-80FF-495F-B6BD-CBB5FAAA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5488"/>
            <a:ext cx="8229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7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まとめ</a:t>
            </a:r>
          </a:p>
        </p:txBody>
      </p:sp>
      <p:sp>
        <p:nvSpPr>
          <p:cNvPr id="7" name="message">
            <a:extLst xmlns:a="http://schemas.openxmlformats.org/drawingml/2006/main">
              <a:ext uri="{FF2B5EF4-FFF2-40B4-BE49-F238E27FC236}">
                <a16:creationId xmlns:a16="http://schemas.microsoft.com/office/drawing/2014/main" id="{156E49BE-F516-4FC8-99F5-0BD9487E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14400"/>
            <a:ext cx="82296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3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記録点数と、残る変化を併せて確かめる [1]</a:t>
            </a:r>
          </a:p>
        </p:txBody>
      </p:sp>
      <p:sp>
        <p:nvSpPr>
          <p:cNvPr id="8" name="summary-label-0">
            <a:extLst xmlns:a="http://schemas.openxmlformats.org/drawingml/2006/main">
              <a:ext uri="{FF2B5EF4-FFF2-40B4-BE49-F238E27FC236}">
                <a16:creationId xmlns:a16="http://schemas.microsoft.com/office/drawing/2014/main" id="{D7E10258-1150-4642-9C4A-340D04BC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01 研究のねらい</a:t>
            </a:r>
          </a:p>
        </p:txBody>
      </p:sp>
      <p:sp>
        <p:nvSpPr>
          <p:cNvPr id="9" name="summary-body-0">
            <a:extLst xmlns:a="http://schemas.openxmlformats.org/drawingml/2006/main">
              <a:ext uri="{FF2B5EF4-FFF2-40B4-BE49-F238E27FC236}">
                <a16:creationId xmlns:a16="http://schemas.microsoft.com/office/drawing/2014/main" id="{1EC0BEDD-929F-4318-9548-FCB0EFDD5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16192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記録点を減らすとき、短い変化が残るかを問う</a:t>
            </a:r>
          </a:p>
        </p:txBody>
      </p:sp>
      <p:sp>
        <p:nvSpPr>
          <p:cNvPr id="10" name="summary-rule-0">
            <a:extLst xmlns:a="http://schemas.openxmlformats.org/drawingml/2006/main">
              <a:ext uri="{FF2B5EF4-FFF2-40B4-BE49-F238E27FC236}">
                <a16:creationId xmlns:a16="http://schemas.microsoft.com/office/drawing/2014/main" id="{B0831934-FBAD-4A70-A003-9D9713F0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955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ummary-label-1">
            <a:extLst xmlns:a="http://schemas.openxmlformats.org/drawingml/2006/main">
              <a:ext uri="{FF2B5EF4-FFF2-40B4-BE49-F238E27FC236}">
                <a16:creationId xmlns:a16="http://schemas.microsoft.com/office/drawing/2014/main" id="{2C955D26-BFE4-4152-B4A5-B40B75D9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288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02 しくみと評価方法</a:t>
            </a:r>
          </a:p>
        </p:txBody>
      </p:sp>
      <p:sp>
        <p:nvSpPr>
          <p:cNvPr id="12" name="summary-body-1">
            <a:extLst xmlns:a="http://schemas.openxmlformats.org/drawingml/2006/main">
              <a:ext uri="{FF2B5EF4-FFF2-40B4-BE49-F238E27FC236}">
                <a16:creationId xmlns:a16="http://schemas.microsoft.com/office/drawing/2014/main" id="{B1809FB8-4489-4645-A7DA-0F7099B84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2288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同じ合成系列を、全13点と保持3点で比較した</a:t>
            </a:r>
          </a:p>
        </p:txBody>
      </p:sp>
      <p:sp>
        <p:nvSpPr>
          <p:cNvPr id="13" name="summary-rule-1">
            <a:extLst xmlns:a="http://schemas.openxmlformats.org/drawingml/2006/main">
              <a:ext uri="{FF2B5EF4-FFF2-40B4-BE49-F238E27FC236}">
                <a16:creationId xmlns:a16="http://schemas.microsoft.com/office/drawing/2014/main" id="{DE7923E0-134D-4288-A2E7-19814D05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051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ummary-label-2">
            <a:extLst xmlns:a="http://schemas.openxmlformats.org/drawingml/2006/main">
              <a:ext uri="{FF2B5EF4-FFF2-40B4-BE49-F238E27FC236}">
                <a16:creationId xmlns:a16="http://schemas.microsoft.com/office/drawing/2014/main" id="{4958BFAB-94F4-4271-8198-6A8A9E73E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8384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03 ここまでの結果</a:t>
            </a:r>
          </a:p>
        </p:txBody>
      </p:sp>
      <p:sp>
        <p:nvSpPr>
          <p:cNvPr id="15" name="summary-body-2">
            <a:extLst xmlns:a="http://schemas.openxmlformats.org/drawingml/2006/main">
              <a:ext uri="{FF2B5EF4-FFF2-40B4-BE49-F238E27FC236}">
                <a16:creationId xmlns:a16="http://schemas.microsoft.com/office/drawing/2014/main" id="{F1FE9677-1E93-410A-B7D2-23338E323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28384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この例では、5分間隔の保持点に</a:t>
            </a:r>
          </a:p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1000 ppmを超える値が残らなかった</a:t>
            </a:r>
          </a:p>
        </p:txBody>
      </p:sp>
      <p:sp>
        <p:nvSpPr>
          <p:cNvPr id="16" name="summary-rule-2">
            <a:extLst xmlns:a="http://schemas.openxmlformats.org/drawingml/2006/main">
              <a:ext uri="{FF2B5EF4-FFF2-40B4-BE49-F238E27FC236}">
                <a16:creationId xmlns:a16="http://schemas.microsoft.com/office/drawing/2014/main" id="{EA20F1F2-1584-4D76-AF85-BF683D30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14713"/>
            <a:ext cx="8229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C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ummary-label-3">
            <a:extLst xmlns:a="http://schemas.openxmlformats.org/drawingml/2006/main">
              <a:ext uri="{FF2B5EF4-FFF2-40B4-BE49-F238E27FC236}">
                <a16:creationId xmlns:a16="http://schemas.microsoft.com/office/drawing/2014/main" id="{1A4D1E30-7782-4E0B-9549-7B0490C1B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448050"/>
            <a:ext cx="2664619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04 今後の展望</a:t>
            </a:r>
          </a:p>
        </p:txBody>
      </p:sp>
      <p:sp>
        <p:nvSpPr>
          <p:cNvPr id="18" name="summary-body-3">
            <a:extLst xmlns:a="http://schemas.openxmlformats.org/drawingml/2006/main">
              <a:ext uri="{FF2B5EF4-FFF2-40B4-BE49-F238E27FC236}">
                <a16:creationId xmlns:a16="http://schemas.microsoft.com/office/drawing/2014/main" id="{90B4DBA3-03B9-48BE-9FEF-63AE96D71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269" y="3448050"/>
            <a:ext cx="539353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波形・開始時刻を変え、実機条件で確かめる計画</a:t>
            </a:r>
          </a:p>
        </p:txBody>
      </p:sp>
      <p:sp>
        <p:nvSpPr>
          <p:cNvPr id="19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53ED6260-46E8-4127-BECF-147334381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238495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footer-line">
            <a:extLst xmlns:a="http://schemas.openxmlformats.org/drawingml/2006/main">
              <a:ext uri="{FF2B5EF4-FFF2-40B4-BE49-F238E27FC236}">
                <a16:creationId xmlns:a16="http://schemas.microsoft.com/office/drawing/2014/main" id="{741EAA21-232A-4028-8B8A-171EFB45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3148"/>
            <a:ext cx="9144000" cy="5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BB59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0A850-88EB-4393-B2D9-B698DD74F6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0398cfde94b1a"/>
          <a:stretch xmlns:a="http://schemas.openxmlformats.org/drawingml/2006/main"/>
        </p:blipFill>
        <p:spPr>
          <a:xfrm xmlns:a="http://schemas.openxmlformats.org/drawingml/2006/main">
            <a:off x="293522" y="4803343"/>
            <a:ext cx="818388" cy="229821"/>
          </a:xfrm>
          <a:prstGeom xmlns:a="http://schemas.openxmlformats.org/drawingml/2006/main" prst="rect">
            <a:avLst/>
          </a:prstGeom>
        </p:spPr>
      </p:pic>
      <p:sp>
        <p:nvSpPr>
          <p:cNvPr id="3" name="page">
            <a:extLst xmlns:a="http://schemas.openxmlformats.org/drawingml/2006/main">
              <a:ext uri="{FF2B5EF4-FFF2-40B4-BE49-F238E27FC236}">
                <a16:creationId xmlns:a16="http://schemas.microsoft.com/office/drawing/2014/main" id="{BE01F001-F542-4974-B653-8891893A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1307" y="4767682"/>
            <a:ext cx="2133295" cy="274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40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4" name="running-chapter-9">
            <a:extLst xmlns:a="http://schemas.openxmlformats.org/drawingml/2006/main">
              <a:ext uri="{FF2B5EF4-FFF2-40B4-BE49-F238E27FC236}">
                <a16:creationId xmlns:a16="http://schemas.microsoft.com/office/drawing/2014/main" id="{BC6A7AA1-5A10-4C92-A627-C3917DA01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09728"/>
            <a:ext cx="2560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サマリ</a:t>
            </a:r>
          </a:p>
        </p:txBody>
      </p:sp>
      <p:sp>
        <p:nvSpPr>
          <p:cNvPr id="5" name="running-title-9">
            <a:extLst xmlns:a="http://schemas.openxmlformats.org/drawingml/2006/main">
              <a:ext uri="{FF2B5EF4-FFF2-40B4-BE49-F238E27FC236}">
                <a16:creationId xmlns:a16="http://schemas.microsoft.com/office/drawing/2014/main" id="{23ED6A2E-A32A-40A7-AFFD-B77123C74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109728"/>
            <a:ext cx="5486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r">
              <a:def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200" b="0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</p:txBody>
      </p:sp>
      <p:sp>
        <p:nvSpPr>
          <p:cNvPr id="6" name="final-title">
            <a:extLst xmlns:a="http://schemas.openxmlformats.org/drawingml/2006/main">
              <a:ext uri="{FF2B5EF4-FFF2-40B4-BE49-F238E27FC236}">
                <a16:creationId xmlns:a16="http://schemas.microsoft.com/office/drawing/2014/main" id="{8C61E80B-6402-4257-BDF4-C080A9A49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09600"/>
            <a:ext cx="82296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室内環境ログの記録間隔</a:t>
            </a:r>
          </a:p>
          <a:p xmlns:a="http://schemas.openxmlformats.org/drawingml/2006/main">
            <a:pPr algn="l">
              <a:def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2600" b="1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合成データを用いた予備検討</a:t>
            </a:r>
          </a:p>
        </p:txBody>
      </p:sp>
      <p:sp>
        <p:nvSpPr>
          <p:cNvPr id="7" name="final-author">
            <a:extLst xmlns:a="http://schemas.openxmlformats.org/drawingml/2006/main">
              <a:ext uri="{FF2B5EF4-FFF2-40B4-BE49-F238E27FC236}">
                <a16:creationId xmlns:a16="http://schemas.microsoft.com/office/drawing/2014/main" id="{AF3A947E-09B1-4121-93F3-3E1D0555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19250"/>
            <a:ext cx="822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架空の発表者 ／ CPS LAB スタイル見本</a:t>
            </a:r>
          </a:p>
        </p:txBody>
      </p:sp>
      <p:sp>
        <p:nvSpPr>
          <p:cNvPr id="8" name="takeaway-0">
            <a:extLst xmlns:a="http://schemas.openxmlformats.org/drawingml/2006/main">
              <a:ext uri="{FF2B5EF4-FFF2-40B4-BE49-F238E27FC236}">
                <a16:creationId xmlns:a16="http://schemas.microsoft.com/office/drawing/2014/main" id="{51E57B61-3B64-448E-8FD1-6F8108581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4312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問い：記録点を減らすとき、短い変化が残るか</a:t>
            </a:r>
          </a:p>
        </p:txBody>
      </p:sp>
      <p:sp>
        <p:nvSpPr>
          <p:cNvPr id="9" name="takeaway-1">
            <a:extLst xmlns:a="http://schemas.openxmlformats.org/drawingml/2006/main">
              <a:ext uri="{FF2B5EF4-FFF2-40B4-BE49-F238E27FC236}">
                <a16:creationId xmlns:a16="http://schemas.microsoft.com/office/drawing/2014/main" id="{14C76300-E351-456E-9389-96710A60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667000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確認：この合成例では、保持3点に1000 ppm超の値が残らない [1]</a:t>
            </a:r>
          </a:p>
        </p:txBody>
      </p:sp>
      <p:sp>
        <p:nvSpPr>
          <p:cNvPr id="10" name="takeaway-2">
            <a:extLst xmlns:a="http://schemas.openxmlformats.org/drawingml/2006/main">
              <a:ext uri="{FF2B5EF4-FFF2-40B4-BE49-F238E27FC236}">
                <a16:creationId xmlns:a16="http://schemas.microsoft.com/office/drawing/2014/main" id="{22A928B7-04A0-4C9A-9B03-638FB619C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90875"/>
            <a:ext cx="8229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0">
                <a:solidFill>
                  <a:srgbClr val="17202A"/>
                </a:solidFill>
                <a:latin typeface="Noto Sans JP"/>
                <a:ea typeface="Noto Sans JP"/>
                <a:cs typeface="Noto Sans JP"/>
              </a:rPr>
              <a:t>次の計画：波形・開始時刻と実機条件を変えて確かめる</a:t>
            </a:r>
          </a:p>
        </p:txBody>
      </p:sp>
      <p:sp>
        <p:nvSpPr>
          <p:cNvPr id="11" name="contact">
            <a:extLst xmlns:a="http://schemas.openxmlformats.org/drawingml/2006/main">
              <a:ext uri="{FF2B5EF4-FFF2-40B4-BE49-F238E27FC236}">
                <a16:creationId xmlns:a16="http://schemas.microsoft.com/office/drawing/2014/main" id="{B43CCF82-B9D0-4CFA-AC3A-E02CFFCA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76675"/>
            <a:ext cx="822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defRPr>
            </a:pPr>
            <a:r>
              <a:rPr sz="1800" b="1">
                <a:solidFill>
                  <a:srgbClr val="38761D"/>
                </a:solidFill>
                <a:latin typeface="Noto Sans JP"/>
                <a:ea typeface="Noto Sans JP"/>
                <a:cs typeface="Noto Sans JP"/>
              </a:rPr>
              <a:t>連絡先（架空教材の例）：presenter@example.org</a:t>
            </a:r>
          </a:p>
        </p:txBody>
      </p:sp>
      <p:sp>
        <p:nvSpPr>
          <p:cNvPr id="12" name="page-reference">
            <a:extLst xmlns:a="http://schemas.openxmlformats.org/drawingml/2006/main">
              <a:ext uri="{FF2B5EF4-FFF2-40B4-BE49-F238E27FC236}">
                <a16:creationId xmlns:a16="http://schemas.microsoft.com/office/drawing/2014/main" id="{BBBF022B-A2E3-48D9-8559-D684B131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2452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def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defRPr>
            </a:pPr>
            <a:r>
              <a:rPr sz="900" b="0">
                <a:solidFill>
                  <a:srgbClr val="59636E"/>
                </a:solidFill>
                <a:latin typeface="Noto Sans JP"/>
                <a:ea typeface="Noto Sans JP"/>
                <a:cs typeface="Noto Sans JP"/>
              </a:rPr>
              <a:t>[1] 室内環境ログ研究の入力資料（同梱教材・合成データ）, 2026.</a:t>
            </a:r>
          </a:p>
        </p:txBody>
      </p:sp>
    </p:spTree>
    <p:extLst>
      <p:ext uri="{BB962C8B-B14F-4D97-AF65-F5344CB8AC3E}">
        <p14:creationId xmlns:p14="http://schemas.microsoft.com/office/powerpoint/2010/main" val="16504030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2026-10-08T04:42:17.2260000Z</dcterms:created>
  <dcterms:modified xsi:type="dcterms:W3CDTF">2026-10-08T04:42:17.2260000Z</dcterms:modified>
</coreProperties>
</file>