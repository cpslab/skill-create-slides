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46501e51b4d28" /><Relationship Type="http://schemas.openxmlformats.org/officeDocument/2006/relationships/extended-properties" Target="/docProps/app.xml" Id="Ra886c8478a9446fd" /><Relationship Type="http://schemas.openxmlformats.org/officeDocument/2006/relationships/officeDocument" Target="/ppt/presentation.xml" Id="Red417fd43131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7aca7031b42cf"/>
  </p:sldMasterIdLst>
  <p:notesMasterIdLst>
    <p:notesMasterId xmlns:r="http://schemas.openxmlformats.org/officeDocument/2006/relationships" r:id="R4d9436657c704361"/>
  </p:notesMasterIdLst>
  <p:sldIdLst>
    <p:sldId xmlns:r="http://schemas.openxmlformats.org/officeDocument/2006/relationships" id="256" r:id="R00e71669965f4917"/>
    <p:sldId xmlns:r="http://schemas.openxmlformats.org/officeDocument/2006/relationships" id="257" r:id="R6939177bafb84a8b"/>
    <p:sldId xmlns:r="http://schemas.openxmlformats.org/officeDocument/2006/relationships" id="258" r:id="Rcaa0253367484af6"/>
    <p:sldId xmlns:r="http://schemas.openxmlformats.org/officeDocument/2006/relationships" id="259" r:id="R38f729c7220941e4"/>
    <p:sldId xmlns:r="http://schemas.openxmlformats.org/officeDocument/2006/relationships" id="260" r:id="R501842436c074299"/>
    <p:sldId xmlns:r="http://schemas.openxmlformats.org/officeDocument/2006/relationships" id="261" r:id="R98f9648da6494c3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d3d96b1bc147d5" /><Relationship Type="http://schemas.openxmlformats.org/officeDocument/2006/relationships/slideMaster" Target="/ppt/slideMasters/slideMaster1.xml" Id="Re837aca7031b42cf" /><Relationship Type="http://schemas.openxmlformats.org/officeDocument/2006/relationships/notesMaster" Target="/ppt/notesMasters/notesMaster1.xml" Id="R4d9436657c704361" /><Relationship Type="http://schemas.openxmlformats.org/officeDocument/2006/relationships/presProps" Target="/ppt/presProps.xml" Id="R83a094f9f08e4f13" /><Relationship Type="http://schemas.openxmlformats.org/officeDocument/2006/relationships/tableStyles" Target="/ppt/tableStyles.xml" Id="R930e30ffd2094c4d" /><Relationship Type="http://schemas.openxmlformats.org/officeDocument/2006/relationships/slide" Target="/ppt/slides/slide1.xml" Id="R00e71669965f4917" /><Relationship Type="http://schemas.openxmlformats.org/officeDocument/2006/relationships/slide" Target="/ppt/slides/slide2.xml" Id="R6939177bafb84a8b" /><Relationship Type="http://schemas.openxmlformats.org/officeDocument/2006/relationships/slide" Target="/ppt/slides/slide3.xml" Id="Rcaa0253367484af6" /><Relationship Type="http://schemas.openxmlformats.org/officeDocument/2006/relationships/slide" Target="/ppt/slides/slide4.xml" Id="R38f729c7220941e4" /><Relationship Type="http://schemas.openxmlformats.org/officeDocument/2006/relationships/slide" Target="/ppt/slides/slide5.xml" Id="R501842436c074299" /><Relationship Type="http://schemas.openxmlformats.org/officeDocument/2006/relationships/slide" Target="/ppt/slides/slide6.xml" Id="R98f9648da649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ab7f21e06d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d1f33831374858" /><Relationship Type="http://schemas.openxmlformats.org/officeDocument/2006/relationships/notesMaster" Target="/ppt/notesMasters/notesMaster1.xml" Id="R092e9179038d46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3d6b47c8d447c" /><Relationship Type="http://schemas.openxmlformats.org/officeDocument/2006/relationships/notesMaster" Target="/ppt/notesMasters/notesMaster1.xml" Id="Rd8279ea112d8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3d0a8dd0da44aa" /><Relationship Type="http://schemas.openxmlformats.org/officeDocument/2006/relationships/notesMaster" Target="/ppt/notesMasters/notesMaster1.xml" Id="Rf87bba651488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f7b96a51647a3" /><Relationship Type="http://schemas.openxmlformats.org/officeDocument/2006/relationships/notesMaster" Target="/ppt/notesMasters/notesMaster1.xml" Id="R937bc6b933ba48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82861986947a4" /><Relationship Type="http://schemas.openxmlformats.org/officeDocument/2006/relationships/notesMaster" Target="/ppt/notesMasters/notesMaster1.xml" Id="R7a0207d6078041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73fe49f85348c7" /><Relationship Type="http://schemas.openxmlformats.org/officeDocument/2006/relationships/notesMaster" Target="/ppt/notesMasters/notesMaster1.xml" Id="Rbaa937b3a24647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references/cps-lab-style.md。アイリス: base=#FFFFFF, main=#8064A2, accent=#543477。画像はこの編集可能PPTXの検証用レンダーで、ImageGenによる完成イメージではない。実研究の結果を示すものではない。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references/cps-lab-style.md。kiMera: base=#FFFFFF, main=#FACADF, accent=#A61C60。画像はこの編集可能PPTXの検証用レンダーで、ImageGenによる完成イメージではない。実研究の結果を示すものではない。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references/cps-lab-style.md。オレンジ: base=#FFFFFF, main=#F79646, accent=#B45F06。画像はこの編集可能PPTXの検証用レンダーで、ImageGenによる完成イメージではない。実研究の結果を示すものではない。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references/cps-lab-style.md。シチリア: base=#FFFFFF, main=#4BACC6, accent=#165F73。画像はこの編集可能PPTXの検証用レンダーで、ImageGenによる完成イメージではない。実研究の結果を示すものではない。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references/cps-lab-style.md。ボタニカ: base=#FFFFFF, main=#9BBB59, accent=#38761D。画像はこの編集可能PPTXの検証用レンダーで、ImageGenによる完成イメージではない。実研究の結果を示すものではない。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配色比較の教材。仕様の正本は references/cps-lab-style.md。ボルドー: base=#FFFFFF, main=#C0504D, accent=#8B2523。画像はこの編集可能PPTXの検証用レンダーで、ImageGenによる完成イメージではない。実研究の結果を示すものではない。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020629972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53a94ac084214" /><Relationship Type="http://schemas.openxmlformats.org/officeDocument/2006/relationships/slideLayout" Target="/ppt/slideLayouts/slideLayout1.xml" Id="R10b38a6b0fcd48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38a6b0fcd48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d26914b7476d" /><Relationship Type="http://schemas.openxmlformats.org/officeDocument/2006/relationships/image" Target="/ppt/media/image.png" Id="R69993b73719f48bc" /><Relationship Type="http://schemas.openxmlformats.org/officeDocument/2006/relationships/notesSlide" Target="/ppt/notesSlides/notesSlide1.xml" Id="Rdec6e1ea9933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7ab9f2124c9c" /><Relationship Type="http://schemas.openxmlformats.org/officeDocument/2006/relationships/image" Target="/ppt/media/image2.png" Id="R25b7df5ebdd04c2e" /><Relationship Type="http://schemas.openxmlformats.org/officeDocument/2006/relationships/notesSlide" Target="/ppt/notesSlides/notesSlide2.xml" Id="Rc34ce79bc1264c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cdb0002b4a27" /><Relationship Type="http://schemas.openxmlformats.org/officeDocument/2006/relationships/image" Target="/ppt/media/image3.png" Id="R0f5ff3470490437b" /><Relationship Type="http://schemas.openxmlformats.org/officeDocument/2006/relationships/notesSlide" Target="/ppt/notesSlides/notesSlide3.xml" Id="R3fb74b218c2d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c433f742b4a11" /><Relationship Type="http://schemas.openxmlformats.org/officeDocument/2006/relationships/image" Target="/ppt/media/image4.png" Id="R8f4e778d624243ad" /><Relationship Type="http://schemas.openxmlformats.org/officeDocument/2006/relationships/notesSlide" Target="/ppt/notesSlides/notesSlide4.xml" Id="Raad8c48726f2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2c9374e6482b" /><Relationship Type="http://schemas.openxmlformats.org/officeDocument/2006/relationships/image" Target="/ppt/media/image5.png" Id="R41d918314ca349d0" /><Relationship Type="http://schemas.openxmlformats.org/officeDocument/2006/relationships/notesSlide" Target="/ppt/notesSlides/notesSlide5.xml" Id="Rf686017cf0e5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801086bc4b2c" /><Relationship Type="http://schemas.openxmlformats.org/officeDocument/2006/relationships/image" Target="/ppt/media/image6.png" Id="R9f02d0c066e643b9" /><Relationship Type="http://schemas.openxmlformats.org/officeDocument/2006/relationships/notesSlide" Target="/ppt/notesSlides/notesSlide6.xml" Id="Ra1017fea8f1d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12CE3EC2-1CBE-4622-BC1B-19225B95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3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43477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E45A10A4-9CDB-49A6-BFB8-665B52DB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3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43477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368CE-F824-4C5F-B9F6-E3C5AA41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配色サンプル：アイリス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164DE17C-ADAC-4844-AC24-3D0E908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35503D3A-8561-4EDC-A070-465DCA4E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821FACB1-2668-4DE9-9F7B-C4585F4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4B195998-59F3-4E18-A234-772306EC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4919E64C-230C-4277-A186-C95B726E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47A8D634-D7D3-45A4-962E-792508F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953ABDC9-8CC3-463E-AA8A-02E219C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7BB4E59D-444F-4FD4-9F73-138A323E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#8064A2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C7996ED7-B191-4090-A99E-1401E8F2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9385249D-F078-4145-9C4E-DD379F4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3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91ED8282-EC76-4253-BE44-2EF5E919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8E6D8B75-C18E-4398-9C27-19AC524F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34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543477"/>
                </a:solidFill>
                <a:latin typeface="Noto Sans JP"/>
                <a:ea typeface="Noto Sans JP"/>
                <a:cs typeface="Noto Sans JP"/>
              </a:rPr>
              <a:t>#543477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6D3FC50B-B24B-47EE-8ED3-FB13EBD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82115A5-1C1C-47A5-9CB3-4CA0DCD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5692944-B2A1-4304-96BC-6C85010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93b73719f48bc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75D6B002-8902-4058-B3B5-366C867C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4644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AB664477-7DD6-4518-B8CC-A137A0C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1C6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A61C60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5C1681C3-C245-4F14-A1CC-0BD7779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61C6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A61C60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D6F8C1-1CF7-4F33-BB34-D129AE2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配色サンプル：kiMera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D3081328-DCED-4E41-9CB7-9F29803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189E2A7A-ADCE-4C74-A0B6-3E2ED88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439AF152-12F7-4B01-ACFB-FC62993A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DED8F400-A398-4AF3-9A43-8032A7B9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D2C7790A-B994-418B-9C35-5DCA8654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6E340B1B-B0DC-4B92-A43B-823E9BA9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C3AFC42E-025D-45B8-817B-0C300F66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50A98B13-19E7-4AA9-95CC-10DA7DD1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#FACADF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4F432018-2F58-469D-8F11-5B59AD2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0AD37EEA-DC90-4C40-A9F9-2DED7AC3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C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B889317E-4F6C-4392-B755-A2BF44F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E44554CA-0284-4E7A-82E6-12D3F98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61C6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A61C60"/>
                </a:solidFill>
                <a:latin typeface="Noto Sans JP"/>
                <a:ea typeface="Noto Sans JP"/>
                <a:cs typeface="Noto Sans JP"/>
              </a:rPr>
              <a:t>#A61C60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94C3643D-44A5-430C-930E-C26A0A44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98BF1758-A986-4D6A-92ED-EC34D8D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5C3CDE7-F329-4E19-A149-124F402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AD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7df5ebdd04c2e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00E47C6B-7FCD-4D3A-896F-E2C109D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757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BE9E55CE-E8F5-451B-AA7C-4C1EB6BC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5F0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45F06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4C495540-2D67-4ED2-8F06-3B319AF8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45F0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45F06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28331-21DC-4DB8-A207-AAA91978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配色サンプル：オレンジ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42F3211F-DF88-43E4-B20C-5A231A6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A9DAE3E4-F030-4D2D-A404-A0E0575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6832D2F1-A7F9-4B70-BBF0-C40A0E26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A174E52B-2B07-42D4-8B68-0880AE5D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142B1F98-19A6-426A-9AB2-0A2C5771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D707AE06-7C91-4C0D-8D3A-2612B1A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6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672DA9F9-2D74-4CB5-B5AE-4F455CC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52949842-CDA6-428C-9C8D-8A337365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#F79646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CF7E53E5-028E-463A-83E7-4653A269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BCFB856D-0BC3-4774-8CE9-6E0844FE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F020D193-EE9C-4544-9EDF-075E1767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E1A380B9-D4C8-4C90-9A56-7B2B8DD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5F0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B45F06"/>
                </a:solidFill>
                <a:latin typeface="Noto Sans JP"/>
                <a:ea typeface="Noto Sans JP"/>
                <a:cs typeface="Noto Sans JP"/>
              </a:rPr>
              <a:t>#B45F06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58288270-9DE9-4465-B3B9-1785396D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AA578E24-7222-412B-9BCD-6DA6046A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B765317-8619-434F-8B82-FC1714C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6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ff3470490437b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80B91EA4-A7CD-420F-9AE1-227A8878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0639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3E5C8B08-BFFA-44D1-B46D-D51A9D6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5F7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5F73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2BF69FFF-19E8-4190-8522-8DECFF6F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65F7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5F73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0A4B54-4AF0-453F-B7E6-BFD47AEB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配色サンプル：シチリア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B57EAE2C-4E18-4F1D-B62B-0F9243D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BC5383E8-B556-4531-A666-41968683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9056CCD9-8A54-4859-8ED2-013CFE8E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CC9E111D-D4D6-4C04-9012-16529DD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DE83C155-EE81-458F-BD6C-2B831726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C63EBCD3-A4C5-49DD-B3A8-8171F7A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122980A7-CD00-4D28-9D5E-701AC543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C776DD45-187C-441F-9197-75326DBD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#4BACC6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61878F7F-085A-486E-9DD9-CD44DD6A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3114BFAA-9419-49E6-ADAC-72D0FE5D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D5E9D11E-1520-4B7C-AF12-994A7BB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60632DB3-5715-42C6-B3D8-7BC0E1CF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F7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65F73"/>
                </a:solidFill>
                <a:latin typeface="Noto Sans JP"/>
                <a:ea typeface="Noto Sans JP"/>
                <a:cs typeface="Noto Sans JP"/>
              </a:rPr>
              <a:t>#165F73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88D021FF-F899-44D3-A190-3FA2EF2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A6CFB4C-5670-4C1D-A918-F280E58D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DB19ED9-6AB6-4104-841E-77809034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e778d624243ad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01993176-7333-4DB5-A337-3D4A811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8437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C25828F5-30C6-4F8F-B8BA-928A0533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5709EA2E-31CA-4B87-AEDF-0FBF073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D01B61-78AB-4F9C-8DA8-2549E04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配色サンプル：ボタニカ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4D5B0A35-BCB8-4309-8FD0-BB996BC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69C3B22F-036A-4C2E-96FA-C5E30DF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B0FF1CA0-AC9D-4770-898E-075F06DC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3C4636B2-30BD-4E3B-A794-86DD3BB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DFECB7E0-5121-4FE0-8485-9C3D436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7588D362-94FC-4D10-A782-71F5430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09C39B42-32C6-4B08-87CC-AC50FB3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5E0A132F-904E-493E-A57E-4C76FDDB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#9BBB59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EDD36341-5608-4F15-A600-AA20268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01D2CE5F-9523-4333-889A-AE41FBA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5DD52669-0010-4867-962D-269F1A3D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FD4061BE-F6EE-4BAA-B66D-4BE1C59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#38761D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A7D411C8-1192-4786-A80B-68C89557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EB7DDF0A-A2B5-4903-8DD7-1442BB8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A724AAB-891D-41DE-A6AB-3287B3D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918314ca349d0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E0EBFFA3-ACB1-4B85-8C9F-0B5F2282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1923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E67C39E4-460C-40E1-920E-577E08F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5603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252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B2523"/>
                </a:solidFill>
                <a:latin typeface="Noto Sans JP"/>
                <a:ea typeface="Noto Sans JP"/>
                <a:cs typeface="Noto Sans JP"/>
              </a:rPr>
              <a:t>スタイル</a:t>
            </a:r>
          </a:p>
        </p:txBody>
      </p:sp>
      <p:sp>
        <p:nvSpPr>
          <p:cNvPr id="2" name="running-title">
            <a:extLst xmlns:a="http://schemas.openxmlformats.org/drawingml/2006/main">
              <a:ext uri="{FF2B5EF4-FFF2-40B4-BE49-F238E27FC236}">
                <a16:creationId xmlns:a16="http://schemas.microsoft.com/office/drawing/2014/main" id="{D6624C9D-827E-420D-B6B3-4574488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B252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B2523"/>
                </a:solidFill>
                <a:latin typeface="Noto Sans JP"/>
                <a:ea typeface="Noto Sans JP"/>
                <a:cs typeface="Noto Sans JP"/>
              </a:rPr>
              <a:t>研究発表スライド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893E06-9171-433A-B86F-0350F636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配色サンプル：ボルドー</a:t>
            </a:r>
          </a:p>
        </p:txBody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2227B61B-38A4-45FD-824B-804EF0F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白を基調に、メイン色とアクセント色を使い分ける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FD956052-A085-4B9B-95D3-4909CC38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C4C9"/>
            </a:solidFill>
            <a:prstDash val="solid"/>
          </a:ln>
        </p:spPr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B89D52EE-143D-4FB2-BE3D-635D0A9C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ベース</a:t>
            </a:r>
          </a:p>
        </p:txBody>
      </p:sp>
      <p:sp>
        <p:nvSpPr>
          <p:cNvPr id="7" name="hex-0">
            <a:extLst xmlns:a="http://schemas.openxmlformats.org/drawingml/2006/main">
              <a:ext uri="{FF2B5EF4-FFF2-40B4-BE49-F238E27FC236}">
                <a16:creationId xmlns:a16="http://schemas.microsoft.com/office/drawing/2014/main" id="{1051696A-FDFC-43E7-B47A-D297A983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#FFFFFF</a:t>
            </a:r>
          </a:p>
        </p:txBody>
      </p:sp>
      <p:sp>
        <p:nvSpPr>
          <p:cNvPr id="8" name="usage-0">
            <a:extLst xmlns:a="http://schemas.openxmlformats.org/drawingml/2006/main">
              <a:ext uri="{FF2B5EF4-FFF2-40B4-BE49-F238E27FC236}">
                <a16:creationId xmlns:a16="http://schemas.microsoft.com/office/drawing/2014/main" id="{96D72A49-17CE-4014-93D8-2EAC68CD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白背景を本文の基調にする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32CC16D3-7C7A-4E96-8D7B-AD335580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D37711E7-794B-4048-A2D8-E93B25B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メイン</a:t>
            </a:r>
          </a:p>
        </p:txBody>
      </p:sp>
      <p:sp>
        <p:nvSpPr>
          <p:cNvPr id="11" name="hex-1">
            <a:extLst xmlns:a="http://schemas.openxmlformats.org/drawingml/2006/main">
              <a:ext uri="{FF2B5EF4-FFF2-40B4-BE49-F238E27FC236}">
                <a16:creationId xmlns:a16="http://schemas.microsoft.com/office/drawing/2014/main" id="{682F6BE4-39A8-43ED-B251-DB880486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#C0504D</a:t>
            </a:r>
          </a:p>
        </p:txBody>
      </p:sp>
      <p:sp>
        <p:nvSpPr>
          <p:cNvPr id="12" name="usage-1">
            <a:extLst xmlns:a="http://schemas.openxmlformats.org/drawingml/2006/main">
              <a:ext uri="{FF2B5EF4-FFF2-40B4-BE49-F238E27FC236}">
                <a16:creationId xmlns:a16="http://schemas.microsoft.com/office/drawing/2014/main" id="{33F072F4-4F9B-4118-9536-6F9C550D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帯・面・下端の横線に使う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DBEC8914-12C1-4741-8F3C-A3FF9020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5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71E3ADD7-D9E3-49C3-A4B8-71AE054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アクセント</a:t>
            </a:r>
          </a:p>
        </p:txBody>
      </p:sp>
      <p:sp>
        <p:nvSpPr>
          <p:cNvPr id="15" name="hex-2">
            <a:extLst xmlns:a="http://schemas.openxmlformats.org/drawingml/2006/main">
              <a:ext uri="{FF2B5EF4-FFF2-40B4-BE49-F238E27FC236}">
                <a16:creationId xmlns:a16="http://schemas.microsoft.com/office/drawing/2014/main" id="{0B82D2EA-BE4C-495B-BB1C-A85EF0B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252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8B2523"/>
                </a:solidFill>
                <a:latin typeface="Noto Sans JP"/>
                <a:ea typeface="Noto Sans JP"/>
                <a:cs typeface="Noto Sans JP"/>
              </a:rPr>
              <a:t>#8B2523</a:t>
            </a:r>
          </a:p>
        </p:txBody>
      </p:sp>
      <p:sp>
        <p:nvSpPr>
          <p:cNvPr id="16" name="usage-2">
            <a:extLst xmlns:a="http://schemas.openxmlformats.org/drawingml/2006/main">
              <a:ext uri="{FF2B5EF4-FFF2-40B4-BE49-F238E27FC236}">
                <a16:creationId xmlns:a16="http://schemas.microsoft.com/office/drawing/2014/main" id="{64E85058-AE0F-4CB3-B6D4-00511B2E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重要語・数値・図の注目点に使う</a:t>
            </a:r>
          </a:p>
        </p:txBody>
      </p:sp>
      <p:sp>
        <p:nvSpPr>
          <p:cNvPr id="17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D03F8F8D-5BF5-41B9-9D85-D80C4951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配色比較の教材／共通レイアウト／下端横線あり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9B33342-698E-4B77-AAE1-3E1BB84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3148"/>
            <a:ext cx="9144000" cy="5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2d0c066e643b9"/>
          <a:stretch xmlns:a="http://schemas.openxmlformats.org/drawingml/2006/main"/>
        </p:blipFill>
        <p:spPr>
          <a:xfrm xmlns:a="http://schemas.openxmlformats.org/drawingml/2006/main">
            <a:off x="293522" y="4803343"/>
            <a:ext cx="818388" cy="229821"/>
          </a:xfrm>
          <a:prstGeom xmlns:a="http://schemas.openxmlformats.org/drawingml/2006/main" prst="rect">
            <a:avLst/>
          </a:prstGeom>
        </p:spPr>
      </p:pic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773B596C-1554-4F73-9FE5-4B92440D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07" y="4767682"/>
            <a:ext cx="213329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40604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2026-10-07T10:13:49.0960000Z</dcterms:created>
  <dcterms:modified xsi:type="dcterms:W3CDTF">2026-10-07T10:13:49.0960000Z</dcterms:modified>
</coreProperties>
</file>